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01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4667" y="1979563"/>
            <a:ext cx="0" cy="1184225"/>
          </a:xfrm>
          <a:prstGeom prst="line">
            <a:avLst/>
          </a:prstGeom>
          <a:noFill/>
          <a:ln w="123825">
            <a:solidFill>
              <a:srgbClr val="F96D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25473" y="1979563"/>
            <a:ext cx="867078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MISSING NUMBERS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25473" y="2811363"/>
            <a:ext cx="86707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Mathematics | Number &amp; Algebra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&amp; Success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636068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159943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20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learning to identify and apply inverse operations to find unknown values in equations.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947243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3445669"/>
            <a:ext cx="8128099" cy="97512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the inverse of +, -, ×, and ÷.</a:t>
            </a:r>
            <a:endParaRPr lang="en-US" sz="1600" dirty="0"/>
          </a:p>
          <a:p>
            <a:pPr marL="190500" indent="-190500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solve for unknown values in single-step equations.</a:t>
            </a:r>
            <a:endParaRPr lang="en-US" sz="1600" dirty="0"/>
          </a:p>
          <a:p>
            <a:pPr marL="190500" indent="-190500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check my answers using a calculator.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&amp; Subtraction Inverse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98377"/>
            <a:ext cx="4064050" cy="3464123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718667"/>
            <a:ext cx="37178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4101" y="2204442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+ 37 = 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4101" y="2842617"/>
            <a:ext cx="37178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"Undo" addition with subtraction: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4101" y="3337917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40 - 37 = 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98950" y="1298377"/>
            <a:ext cx="4064050" cy="3464123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8500" y="1718667"/>
            <a:ext cx="37178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72051" y="2204442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= [ ] - 37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72051" y="2842617"/>
            <a:ext cx="37178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"Undo" subtraction with addition: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72051" y="3337917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+ 37 = 93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 &amp; Division Inverse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98377"/>
            <a:ext cx="4064050" cy="3464123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718667"/>
            <a:ext cx="37178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4101" y="2204442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× 8 = 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4101" y="2842617"/>
            <a:ext cx="37178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"Undo" multiplication with division: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4101" y="3337917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÷ 8 = 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98950" y="1298377"/>
            <a:ext cx="4064050" cy="3464123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8500" y="1718667"/>
            <a:ext cx="37178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72051" y="2204442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÷ [ ] = 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72051" y="2842617"/>
            <a:ext cx="37178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"Undo" division with division: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72051" y="3337917"/>
            <a:ext cx="37178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÷ 3 = 4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Practice: Your Turn!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7539" y="1255216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60"/>
              </a:spcBef>
              <a:spcAft>
                <a:spcPts val="166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these on your mini-whiteboards: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3901" y="1761232"/>
            <a:ext cx="4254550" cy="1076027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112D4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0560" y="2151608"/>
            <a:ext cx="40612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× 7 = 42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35401" y="1761232"/>
            <a:ext cx="4254698" cy="1076027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112D4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32059" y="2151608"/>
            <a:ext cx="40613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× [ ] = 63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3901" y="2964210"/>
            <a:ext cx="4254550" cy="1076027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112D4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560" y="3354586"/>
            <a:ext cx="40612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+ 156 = 365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35401" y="2964210"/>
            <a:ext cx="4254698" cy="1076027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112D4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32059" y="3354586"/>
            <a:ext cx="40613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180 - [ ] = 60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7539" y="4294138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What is the inverse operation?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6525" y="1811238"/>
            <a:ext cx="0" cy="1193750"/>
          </a:xfrm>
          <a:prstGeom prst="line">
            <a:avLst/>
          </a:prstGeom>
          <a:noFill/>
          <a:ln w="57150">
            <a:solidFill>
              <a:srgbClr val="F96D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19001" y="1811238"/>
            <a:ext cx="79733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Handout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9001" y="2290614"/>
            <a:ext cx="7817048" cy="7143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buSzPct val="100000"/>
              <a:buChar char="•"/>
            </a:pPr>
            <a:r>
              <a:rPr lang="en-US" sz="16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</a:t>
            </a: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Inverse Operations (Everyone)</a:t>
            </a:r>
            <a:endParaRPr lang="en-US" sz="1600" dirty="0"/>
          </a:p>
          <a:p>
            <a:pPr marL="190500" indent="-190500" algn="l">
              <a:buSzPct val="100000"/>
              <a:buChar char="•"/>
            </a:pPr>
            <a:r>
              <a:rPr lang="en-US" sz="16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</a:t>
            </a: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Practice (Everyone)</a:t>
            </a:r>
            <a:endParaRPr lang="en-US" sz="1600" dirty="0"/>
          </a:p>
          <a:p>
            <a:pPr marL="190500" indent="-190500" algn="l">
              <a:buSzPct val="100000"/>
              <a:buChar char="•"/>
            </a:pPr>
            <a:r>
              <a:rPr lang="en-US" sz="16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</a:t>
            </a: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Extension Challenge (Extension Group)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3487489"/>
            <a:ext cx="82906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30091" y="965150"/>
            <a:ext cx="39614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144"/>
              </a:spcBef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8099" y="1622375"/>
            <a:ext cx="8127802" cy="2828181"/>
          </a:xfrm>
          <a:prstGeom prst="roundRect">
            <a:avLst>
              <a:gd name="adj" fmla="val 538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003227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inverse of division?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485727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using the inverse operation help you today?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3099941"/>
            <a:ext cx="7620000" cy="0"/>
          </a:xfrm>
          <a:prstGeom prst="line">
            <a:avLst/>
          </a:prstGeom>
          <a:noFill/>
          <a:ln w="9525">
            <a:solidFill>
              <a:srgbClr val="F96D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85800" y="3358604"/>
            <a:ext cx="7772400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TICKET: Give an example of an addition equation and its inverse subtraction fact.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</Words>
  <Application>Microsoft Office PowerPoint</Application>
  <PresentationFormat>On-screen Show (16:9)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Missing Numbers</dc:title>
  <dc:subject>PptxGenJS Presentation</dc:subject>
  <dc:creator>Antigravity AI</dc:creator>
  <cp:lastModifiedBy>SUTHERLAND, Douglas (dsuth10)</cp:lastModifiedBy>
  <cp:revision>2</cp:revision>
  <dcterms:created xsi:type="dcterms:W3CDTF">2026-05-10T04:00:15Z</dcterms:created>
  <dcterms:modified xsi:type="dcterms:W3CDTF">2026-05-10T04:54:20Z</dcterms:modified>
</cp:coreProperties>
</file>