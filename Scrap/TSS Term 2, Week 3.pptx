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Abril Fatface" panose="02000503000000020003" pitchFamily="2" charset="0"/>
      <p:regular r:id="rId12"/>
    </p:embeddedFont>
    <p:embeddedFont>
      <p:font typeface="Arimo" panose="020B0604020202020204" charset="0"/>
      <p:regular r:id="rId13"/>
    </p:embeddedFont>
    <p:embeddedFont>
      <p:font typeface="Canva Sans" panose="020B0604020202020204" charset="0"/>
      <p:regular r:id="rId14"/>
    </p:embeddedFont>
    <p:embeddedFont>
      <p:font typeface="Canva Student Font" panose="020B0604020202020204" charset="0"/>
      <p:regular r:id="rId15"/>
    </p:embeddedFont>
    <p:embeddedFont>
      <p:font typeface="Cerebri" panose="020B0604020202020204" charset="0"/>
      <p:regular r:id="rId16"/>
    </p:embeddedFont>
    <p:embeddedFont>
      <p:font typeface="Cerebri Bold" panose="020B0604020202020204" charset="0"/>
      <p:regular r:id="rId17"/>
    </p:embeddedFont>
    <p:embeddedFont>
      <p:font typeface="Cerebri Medium" panose="020B0604020202020204" charset="0"/>
      <p:regular r:id="rId18"/>
    </p:embeddedFont>
    <p:embeddedFont>
      <p:font typeface="IBM Plex Sans" panose="020B0503050203000203" pitchFamily="34" charset="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44" d="100"/>
          <a:sy n="44" d="100"/>
        </p:scale>
        <p:origin x="876" y="5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svg"/><Relationship Id="rId7" Type="http://schemas.openxmlformats.org/officeDocument/2006/relationships/image" Target="../media/image9.jpeg"/><Relationship Id="rId2" Type="http://schemas.openxmlformats.org/officeDocument/2006/relationships/image" Target="../media/image4.svg"/><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7.svg"/><Relationship Id="rId4" Type="http://schemas.openxmlformats.org/officeDocument/2006/relationships/image" Target="../media/image6.svg"/><Relationship Id="rId9" Type="http://schemas.openxmlformats.org/officeDocument/2006/relationships/image" Target="../media/image1.png"/></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5.svg"/><Relationship Id="rId7" Type="http://schemas.openxmlformats.org/officeDocument/2006/relationships/image" Target="../media/image11.png"/><Relationship Id="rId2" Type="http://schemas.openxmlformats.org/officeDocument/2006/relationships/image" Target="../media/image4.svg"/><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7.svg"/><Relationship Id="rId4" Type="http://schemas.openxmlformats.org/officeDocument/2006/relationships/image" Target="../media/image6.svg"/><Relationship Id="rId9"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5.jpeg"/></Relationships>
</file>

<file path=ppt/slides/_rels/slide7.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9.svg"/></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svg"/><Relationship Id="rId1" Type="http://schemas.openxmlformats.org/officeDocument/2006/relationships/slideLayout" Target="../slideLayouts/slideLayout7.xml"/><Relationship Id="rId4" Type="http://schemas.openxmlformats.org/officeDocument/2006/relationships/image" Target="../media/image24.svg"/></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3.svg"/><Relationship Id="rId1" Type="http://schemas.openxmlformats.org/officeDocument/2006/relationships/slideLayout" Target="../slideLayouts/slideLayout7.xml"/><Relationship Id="rId6" Type="http://schemas.openxmlformats.org/officeDocument/2006/relationships/image" Target="../media/image28.svg"/><Relationship Id="rId5" Type="http://schemas.openxmlformats.org/officeDocument/2006/relationships/image" Target="../media/image27.png"/><Relationship Id="rId4" Type="http://schemas.openxmlformats.org/officeDocument/2006/relationships/image" Target="../media/image26.png"/></Relationships>
</file>

<file path=ppt/slides/_rels/slide1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3.svg"/><Relationship Id="rId1" Type="http://schemas.openxmlformats.org/officeDocument/2006/relationships/slideLayout" Target="../slideLayouts/slideLayout7.xml"/><Relationship Id="rId5" Type="http://schemas.openxmlformats.org/officeDocument/2006/relationships/image" Target="../media/image31.png"/><Relationship Id="rId4" Type="http://schemas.openxmlformats.org/officeDocument/2006/relationships/image" Target="../media/image30.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53379"/>
        </a:solidFill>
        <a:effectLst/>
      </p:bgPr>
    </p:bg>
    <p:spTree>
      <p:nvGrpSpPr>
        <p:cNvPr id="1" name=""/>
        <p:cNvGrpSpPr/>
        <p:nvPr/>
      </p:nvGrpSpPr>
      <p:grpSpPr>
        <a:xfrm>
          <a:off x="0" y="0"/>
          <a:ext cx="0" cy="0"/>
          <a:chOff x="0" y="0"/>
          <a:chExt cx="0" cy="0"/>
        </a:xfrm>
      </p:grpSpPr>
      <p:grpSp>
        <p:nvGrpSpPr>
          <p:cNvPr id="2" name="Group 2"/>
          <p:cNvGrpSpPr/>
          <p:nvPr/>
        </p:nvGrpSpPr>
        <p:grpSpPr>
          <a:xfrm>
            <a:off x="-533400" y="8267699"/>
            <a:ext cx="19316699" cy="2590800"/>
            <a:chOff x="0" y="0"/>
            <a:chExt cx="4492325" cy="602521"/>
          </a:xfrm>
        </p:grpSpPr>
        <p:sp>
          <p:nvSpPr>
            <p:cNvPr id="3" name="Freeform 3"/>
            <p:cNvSpPr/>
            <p:nvPr/>
          </p:nvSpPr>
          <p:spPr>
            <a:xfrm>
              <a:off x="0" y="0"/>
              <a:ext cx="4492325" cy="602521"/>
            </a:xfrm>
            <a:custGeom>
              <a:avLst/>
              <a:gdLst/>
              <a:ahLst/>
              <a:cxnLst/>
              <a:rect l="l" t="t" r="r" b="b"/>
              <a:pathLst>
                <a:path w="4492325" h="602521">
                  <a:moveTo>
                    <a:pt x="0" y="0"/>
                  </a:moveTo>
                  <a:lnTo>
                    <a:pt x="4492325" y="0"/>
                  </a:lnTo>
                  <a:lnTo>
                    <a:pt x="4492325" y="602521"/>
                  </a:lnTo>
                  <a:lnTo>
                    <a:pt x="0" y="602521"/>
                  </a:lnTo>
                  <a:close/>
                </a:path>
              </a:pathLst>
            </a:custGeom>
            <a:solidFill>
              <a:srgbClr val="FFFFFF">
                <a:alpha val="83922"/>
              </a:srgbClr>
            </a:solidFill>
          </p:spPr>
          <p:txBody>
            <a:bodyPr/>
            <a:lstStyle/>
            <a:p>
              <a:endParaRPr lang="en-AU"/>
            </a:p>
          </p:txBody>
        </p:sp>
      </p:grpSp>
      <p:sp>
        <p:nvSpPr>
          <p:cNvPr id="4" name="Freeform 4"/>
          <p:cNvSpPr/>
          <p:nvPr/>
        </p:nvSpPr>
        <p:spPr>
          <a:xfrm>
            <a:off x="6268696" y="2268196"/>
            <a:ext cx="5750608" cy="5750608"/>
          </a:xfrm>
          <a:custGeom>
            <a:avLst/>
            <a:gdLst/>
            <a:ahLst/>
            <a:cxnLst/>
            <a:rect l="l" t="t" r="r" b="b"/>
            <a:pathLst>
              <a:path w="5750608" h="5750608">
                <a:moveTo>
                  <a:pt x="0" y="0"/>
                </a:moveTo>
                <a:lnTo>
                  <a:pt x="5750608" y="0"/>
                </a:lnTo>
                <a:lnTo>
                  <a:pt x="5750608" y="5750608"/>
                </a:lnTo>
                <a:lnTo>
                  <a:pt x="0" y="5750608"/>
                </a:lnTo>
                <a:lnTo>
                  <a:pt x="0" y="0"/>
                </a:lnTo>
                <a:close/>
              </a:path>
            </a:pathLst>
          </a:custGeom>
          <a:blipFill>
            <a:blip r:embed="rId2"/>
            <a:stretch>
              <a:fillRect/>
            </a:stretch>
          </a:blipFill>
        </p:spPr>
        <p:txBody>
          <a:bodyPr/>
          <a:lstStyle/>
          <a:p>
            <a:endParaRPr lang="en-AU"/>
          </a:p>
        </p:txBody>
      </p:sp>
      <p:sp>
        <p:nvSpPr>
          <p:cNvPr id="5" name="TextBox 5"/>
          <p:cNvSpPr txBox="1"/>
          <p:nvPr/>
        </p:nvSpPr>
        <p:spPr>
          <a:xfrm>
            <a:off x="2371154" y="837839"/>
            <a:ext cx="13507591" cy="1447800"/>
          </a:xfrm>
          <a:prstGeom prst="rect">
            <a:avLst/>
          </a:prstGeom>
        </p:spPr>
        <p:txBody>
          <a:bodyPr lIns="0" tIns="0" rIns="0" bIns="0" rtlCol="0" anchor="t">
            <a:spAutoFit/>
          </a:bodyPr>
          <a:lstStyle/>
          <a:p>
            <a:pPr algn="ctr">
              <a:lnSpc>
                <a:spcPts val="11399"/>
              </a:lnSpc>
            </a:pPr>
            <a:r>
              <a:rPr lang="en-US" sz="9999">
                <a:solidFill>
                  <a:srgbClr val="FFFFFF"/>
                </a:solidFill>
                <a:latin typeface="Abril Fatface"/>
                <a:ea typeface="Abril Fatface"/>
                <a:cs typeface="Abril Fatface"/>
                <a:sym typeface="Abril Fatface"/>
              </a:rPr>
              <a:t>Tarampa State School</a:t>
            </a:r>
          </a:p>
        </p:txBody>
      </p:sp>
      <p:sp>
        <p:nvSpPr>
          <p:cNvPr id="6" name="TextBox 6"/>
          <p:cNvSpPr txBox="1"/>
          <p:nvPr/>
        </p:nvSpPr>
        <p:spPr>
          <a:xfrm>
            <a:off x="381000" y="8983663"/>
            <a:ext cx="17526000" cy="1339849"/>
          </a:xfrm>
          <a:prstGeom prst="rect">
            <a:avLst/>
          </a:prstGeom>
        </p:spPr>
        <p:txBody>
          <a:bodyPr lIns="0" tIns="0" rIns="0" bIns="0" rtlCol="0" anchor="t">
            <a:spAutoFit/>
          </a:bodyPr>
          <a:lstStyle/>
          <a:p>
            <a:pPr marL="0" lvl="0" indent="0" algn="ctr">
              <a:lnSpc>
                <a:spcPts val="9999"/>
              </a:lnSpc>
            </a:pPr>
            <a:r>
              <a:rPr lang="en-US" sz="9999" spc="99">
                <a:solidFill>
                  <a:srgbClr val="333334"/>
                </a:solidFill>
                <a:latin typeface="Canva Student Font"/>
                <a:ea typeface="Canva Student Font"/>
                <a:cs typeface="Canva Student Font"/>
                <a:sym typeface="Canva Student Font"/>
              </a:rPr>
              <a:t>Term 2, Week 3</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450858" cy="10196996"/>
          </a:xfrm>
          <a:custGeom>
            <a:avLst/>
            <a:gdLst/>
            <a:ahLst/>
            <a:cxnLst/>
            <a:rect l="l" t="t" r="r" b="b"/>
            <a:pathLst>
              <a:path w="18450858" h="10196996">
                <a:moveTo>
                  <a:pt x="0" y="0"/>
                </a:moveTo>
                <a:lnTo>
                  <a:pt x="18450858" y="0"/>
                </a:lnTo>
                <a:lnTo>
                  <a:pt x="18450858" y="10196996"/>
                </a:lnTo>
                <a:lnTo>
                  <a:pt x="0" y="10196996"/>
                </a:lnTo>
                <a:lnTo>
                  <a:pt x="0" y="0"/>
                </a:lnTo>
                <a:close/>
              </a:path>
            </a:pathLst>
          </a:custGeom>
          <a:blipFill>
            <a:blip r:embed="rId2"/>
            <a:stretch>
              <a:fillRect/>
            </a:stretch>
          </a:blipFill>
        </p:spPr>
        <p:txBody>
          <a:bodyPr/>
          <a:lstStyle/>
          <a:p>
            <a:endParaRPr lang="en-AU"/>
          </a:p>
        </p:txBody>
      </p:sp>
      <p:sp>
        <p:nvSpPr>
          <p:cNvPr id="3" name="Freeform 3"/>
          <p:cNvSpPr/>
          <p:nvPr/>
        </p:nvSpPr>
        <p:spPr>
          <a:xfrm>
            <a:off x="1378000" y="1670575"/>
            <a:ext cx="15532000" cy="6212800"/>
          </a:xfrm>
          <a:custGeom>
            <a:avLst/>
            <a:gdLst/>
            <a:ahLst/>
            <a:cxnLst/>
            <a:rect l="l" t="t" r="r" b="b"/>
            <a:pathLst>
              <a:path w="15532000" h="6212800">
                <a:moveTo>
                  <a:pt x="0" y="0"/>
                </a:moveTo>
                <a:lnTo>
                  <a:pt x="15532000" y="0"/>
                </a:lnTo>
                <a:lnTo>
                  <a:pt x="15532000" y="6212800"/>
                </a:lnTo>
                <a:lnTo>
                  <a:pt x="0" y="6212800"/>
                </a:lnTo>
                <a:lnTo>
                  <a:pt x="0" y="0"/>
                </a:lnTo>
                <a:close/>
              </a:path>
            </a:pathLst>
          </a:custGeom>
          <a:blipFill>
            <a:blip>
              <a:alphaModFix amt="91000"/>
              <a:extLst>
                <a:ext uri="{96DAC541-7B7A-43D3-8B79-37D633B846F1}">
                  <asvg:svgBlip xmlns:asvg="http://schemas.microsoft.com/office/drawing/2016/SVG/main" r:embed="rId3"/>
                </a:ext>
              </a:extLst>
            </a:blip>
            <a:stretch>
              <a:fillRect/>
            </a:stretch>
          </a:blipFill>
        </p:spPr>
        <p:txBody>
          <a:bodyPr/>
          <a:lstStyle/>
          <a:p>
            <a:endParaRPr lang="en-AU"/>
          </a:p>
        </p:txBody>
      </p:sp>
      <p:sp>
        <p:nvSpPr>
          <p:cNvPr id="4" name="TextBox 4"/>
          <p:cNvSpPr txBox="1"/>
          <p:nvPr/>
        </p:nvSpPr>
        <p:spPr>
          <a:xfrm>
            <a:off x="2195966" y="2879757"/>
            <a:ext cx="14058926" cy="3880160"/>
          </a:xfrm>
          <a:prstGeom prst="rect">
            <a:avLst/>
          </a:prstGeom>
        </p:spPr>
        <p:txBody>
          <a:bodyPr lIns="0" tIns="0" rIns="0" bIns="0" rtlCol="0" anchor="t">
            <a:spAutoFit/>
          </a:bodyPr>
          <a:lstStyle/>
          <a:p>
            <a:pPr algn="ctr">
              <a:lnSpc>
                <a:spcPts val="5036"/>
              </a:lnSpc>
              <a:spcBef>
                <a:spcPct val="0"/>
              </a:spcBef>
            </a:pPr>
            <a:r>
              <a:rPr lang="en-US" sz="5036" spc="50">
                <a:solidFill>
                  <a:srgbClr val="000000"/>
                </a:solidFill>
                <a:latin typeface="Canva Student Font"/>
                <a:ea typeface="Canva Student Font"/>
                <a:cs typeface="Canva Student Font"/>
                <a:sym typeface="Canva Student Font"/>
              </a:rPr>
              <a:t>We acknowledge the Traditional Custodians of the lands, seas, skies and waterways from across Queensland. Here we acknowledge the Jagera, Yuggera and Ugarapul people. We pay our respect to the Elders, past, present and emerging, for they hold the memories, traditions, the culture and hopes of Aboriginal and Torres Strait Islander peoples across Queensland and Australia.</a:t>
            </a:r>
          </a:p>
        </p:txBody>
      </p:sp>
      <p:sp>
        <p:nvSpPr>
          <p:cNvPr id="5" name="Freeform 5"/>
          <p:cNvSpPr/>
          <p:nvPr/>
        </p:nvSpPr>
        <p:spPr>
          <a:xfrm>
            <a:off x="16254892" y="8209403"/>
            <a:ext cx="1584844" cy="1584844"/>
          </a:xfrm>
          <a:custGeom>
            <a:avLst/>
            <a:gdLst/>
            <a:ahLst/>
            <a:cxnLst/>
            <a:rect l="l" t="t" r="r" b="b"/>
            <a:pathLst>
              <a:path w="1584844" h="1584844">
                <a:moveTo>
                  <a:pt x="0" y="0"/>
                </a:moveTo>
                <a:lnTo>
                  <a:pt x="1584844" y="0"/>
                </a:lnTo>
                <a:lnTo>
                  <a:pt x="1584844" y="1584844"/>
                </a:lnTo>
                <a:lnTo>
                  <a:pt x="0" y="1584844"/>
                </a:lnTo>
                <a:lnTo>
                  <a:pt x="0" y="0"/>
                </a:lnTo>
                <a:close/>
              </a:path>
            </a:pathLst>
          </a:custGeom>
          <a:blipFill>
            <a:blip r:embed="rId4"/>
            <a:stretch>
              <a:fillRect/>
            </a:stretch>
          </a:blipFill>
        </p:spPr>
        <p:txBody>
          <a:bodyPr/>
          <a:lstStyle/>
          <a:p>
            <a:endParaRPr lang="en-AU"/>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450858" cy="10196996"/>
          </a:xfrm>
          <a:custGeom>
            <a:avLst/>
            <a:gdLst/>
            <a:ahLst/>
            <a:cxnLst/>
            <a:rect l="l" t="t" r="r" b="b"/>
            <a:pathLst>
              <a:path w="18450858" h="10196996">
                <a:moveTo>
                  <a:pt x="0" y="0"/>
                </a:moveTo>
                <a:lnTo>
                  <a:pt x="18450858" y="0"/>
                </a:lnTo>
                <a:lnTo>
                  <a:pt x="18450858" y="10196996"/>
                </a:lnTo>
                <a:lnTo>
                  <a:pt x="0" y="10196996"/>
                </a:lnTo>
                <a:lnTo>
                  <a:pt x="0" y="0"/>
                </a:lnTo>
                <a:close/>
              </a:path>
            </a:pathLst>
          </a:custGeom>
          <a:blipFill>
            <a:blip r:embed="rId2"/>
            <a:stretch>
              <a:fillRect/>
            </a:stretch>
          </a:blipFill>
        </p:spPr>
        <p:txBody>
          <a:bodyPr/>
          <a:lstStyle/>
          <a:p>
            <a:endParaRPr lang="en-AU"/>
          </a:p>
        </p:txBody>
      </p:sp>
      <p:sp>
        <p:nvSpPr>
          <p:cNvPr id="3" name="Freeform 3"/>
          <p:cNvSpPr/>
          <p:nvPr/>
        </p:nvSpPr>
        <p:spPr>
          <a:xfrm>
            <a:off x="1376419" y="1958894"/>
            <a:ext cx="15698019" cy="6279208"/>
          </a:xfrm>
          <a:custGeom>
            <a:avLst/>
            <a:gdLst/>
            <a:ahLst/>
            <a:cxnLst/>
            <a:rect l="l" t="t" r="r" b="b"/>
            <a:pathLst>
              <a:path w="15698019" h="6279208">
                <a:moveTo>
                  <a:pt x="0" y="0"/>
                </a:moveTo>
                <a:lnTo>
                  <a:pt x="15698019" y="0"/>
                </a:lnTo>
                <a:lnTo>
                  <a:pt x="15698019" y="6279208"/>
                </a:lnTo>
                <a:lnTo>
                  <a:pt x="0" y="6279208"/>
                </a:lnTo>
                <a:lnTo>
                  <a:pt x="0" y="0"/>
                </a:lnTo>
                <a:close/>
              </a:path>
            </a:pathLst>
          </a:custGeom>
          <a:blipFill>
            <a:blip>
              <a:alphaModFix amt="91000"/>
              <a:extLst>
                <a:ext uri="{96DAC541-7B7A-43D3-8B79-37D633B846F1}">
                  <asvg:svgBlip xmlns:asvg="http://schemas.microsoft.com/office/drawing/2016/SVG/main" r:embed="rId3"/>
                </a:ext>
              </a:extLst>
            </a:blip>
            <a:stretch>
              <a:fillRect/>
            </a:stretch>
          </a:blipFill>
        </p:spPr>
        <p:txBody>
          <a:bodyPr/>
          <a:lstStyle/>
          <a:p>
            <a:endParaRPr lang="en-AU"/>
          </a:p>
        </p:txBody>
      </p:sp>
      <p:sp>
        <p:nvSpPr>
          <p:cNvPr id="4" name="TextBox 4"/>
          <p:cNvSpPr txBox="1"/>
          <p:nvPr/>
        </p:nvSpPr>
        <p:spPr>
          <a:xfrm>
            <a:off x="2201590" y="2581174"/>
            <a:ext cx="14047677" cy="4516134"/>
          </a:xfrm>
          <a:prstGeom prst="rect">
            <a:avLst/>
          </a:prstGeom>
        </p:spPr>
        <p:txBody>
          <a:bodyPr lIns="0" tIns="0" rIns="0" bIns="0" rtlCol="0" anchor="t">
            <a:spAutoFit/>
          </a:bodyPr>
          <a:lstStyle/>
          <a:p>
            <a:pPr algn="ctr">
              <a:lnSpc>
                <a:spcPts val="5032"/>
              </a:lnSpc>
            </a:pPr>
            <a:r>
              <a:rPr lang="en-US" sz="5032" spc="50">
                <a:solidFill>
                  <a:srgbClr val="000000"/>
                </a:solidFill>
                <a:latin typeface="Canva Student Font"/>
                <a:ea typeface="Canva Student Font"/>
                <a:cs typeface="Canva Student Font"/>
                <a:sym typeface="Canva Student Font"/>
              </a:rPr>
              <a:t>Here is the land,</a:t>
            </a:r>
          </a:p>
          <a:p>
            <a:pPr algn="ctr">
              <a:lnSpc>
                <a:spcPts val="5032"/>
              </a:lnSpc>
            </a:pPr>
            <a:r>
              <a:rPr lang="en-US" sz="5032" spc="50">
                <a:solidFill>
                  <a:srgbClr val="000000"/>
                </a:solidFill>
                <a:latin typeface="Canva Student Font"/>
                <a:ea typeface="Canva Student Font"/>
                <a:cs typeface="Canva Student Font"/>
                <a:sym typeface="Canva Student Font"/>
              </a:rPr>
              <a:t>Here is the sky,</a:t>
            </a:r>
          </a:p>
          <a:p>
            <a:pPr algn="ctr">
              <a:lnSpc>
                <a:spcPts val="5032"/>
              </a:lnSpc>
            </a:pPr>
            <a:r>
              <a:rPr lang="en-US" sz="5032" spc="50">
                <a:solidFill>
                  <a:srgbClr val="000000"/>
                </a:solidFill>
                <a:latin typeface="Canva Student Font"/>
                <a:ea typeface="Canva Student Font"/>
                <a:cs typeface="Canva Student Font"/>
                <a:sym typeface="Canva Student Font"/>
              </a:rPr>
              <a:t>Here are my friends, and here am I.</a:t>
            </a:r>
          </a:p>
          <a:p>
            <a:pPr algn="ctr">
              <a:lnSpc>
                <a:spcPts val="5032"/>
              </a:lnSpc>
            </a:pPr>
            <a:r>
              <a:rPr lang="en-US" sz="5032" spc="50">
                <a:solidFill>
                  <a:srgbClr val="000000"/>
                </a:solidFill>
                <a:latin typeface="Canva Student Font"/>
                <a:ea typeface="Canva Student Font"/>
                <a:cs typeface="Canva Student Font"/>
                <a:sym typeface="Canva Student Font"/>
              </a:rPr>
              <a:t>We thank the Jagera, Yuggera and Ugarapul people for the land on which we learn and play.</a:t>
            </a:r>
          </a:p>
          <a:p>
            <a:pPr algn="ctr">
              <a:lnSpc>
                <a:spcPts val="5032"/>
              </a:lnSpc>
              <a:spcBef>
                <a:spcPct val="0"/>
              </a:spcBef>
            </a:pPr>
            <a:r>
              <a:rPr lang="en-US" sz="5032" spc="50">
                <a:solidFill>
                  <a:srgbClr val="000000"/>
                </a:solidFill>
                <a:latin typeface="Canva Student Font"/>
                <a:ea typeface="Canva Student Font"/>
                <a:cs typeface="Canva Student Font"/>
                <a:sym typeface="Canva Student Font"/>
              </a:rPr>
              <a:t>Hands up, hands down, we’re on Jagera, Yuggera and Ugarapul ground.</a:t>
            </a:r>
          </a:p>
        </p:txBody>
      </p:sp>
      <p:sp>
        <p:nvSpPr>
          <p:cNvPr id="5" name="Freeform 5"/>
          <p:cNvSpPr/>
          <p:nvPr/>
        </p:nvSpPr>
        <p:spPr>
          <a:xfrm>
            <a:off x="16282017" y="8238102"/>
            <a:ext cx="1584844" cy="1584844"/>
          </a:xfrm>
          <a:custGeom>
            <a:avLst/>
            <a:gdLst/>
            <a:ahLst/>
            <a:cxnLst/>
            <a:rect l="l" t="t" r="r" b="b"/>
            <a:pathLst>
              <a:path w="1584844" h="1584844">
                <a:moveTo>
                  <a:pt x="0" y="0"/>
                </a:moveTo>
                <a:lnTo>
                  <a:pt x="1584843" y="0"/>
                </a:lnTo>
                <a:lnTo>
                  <a:pt x="1584843" y="1584843"/>
                </a:lnTo>
                <a:lnTo>
                  <a:pt x="0" y="1584843"/>
                </a:lnTo>
                <a:lnTo>
                  <a:pt x="0" y="0"/>
                </a:lnTo>
                <a:close/>
              </a:path>
            </a:pathLst>
          </a:custGeom>
          <a:blipFill>
            <a:blip r:embed="rId4"/>
            <a:stretch>
              <a:fillRect/>
            </a:stretch>
          </a:blipFill>
        </p:spPr>
        <p:txBody>
          <a:bodyPr/>
          <a:lstStyle/>
          <a:p>
            <a:endParaRPr lang="en-AU"/>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2700000">
            <a:off x="3858247" y="7763288"/>
            <a:ext cx="18582162" cy="3878520"/>
          </a:xfrm>
          <a:custGeom>
            <a:avLst/>
            <a:gdLst/>
            <a:ahLst/>
            <a:cxnLst/>
            <a:rect l="l" t="t" r="r" b="b"/>
            <a:pathLst>
              <a:path w="18582162" h="3878520">
                <a:moveTo>
                  <a:pt x="0" y="0"/>
                </a:moveTo>
                <a:lnTo>
                  <a:pt x="18582161" y="0"/>
                </a:lnTo>
                <a:lnTo>
                  <a:pt x="18582161" y="3878519"/>
                </a:lnTo>
                <a:lnTo>
                  <a:pt x="0" y="3878519"/>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AU"/>
          </a:p>
        </p:txBody>
      </p:sp>
      <p:sp>
        <p:nvSpPr>
          <p:cNvPr id="3" name="Freeform 3"/>
          <p:cNvSpPr/>
          <p:nvPr/>
        </p:nvSpPr>
        <p:spPr>
          <a:xfrm rot="-5143365">
            <a:off x="-5393110" y="3668793"/>
            <a:ext cx="17946285" cy="3319544"/>
          </a:xfrm>
          <a:custGeom>
            <a:avLst/>
            <a:gdLst/>
            <a:ahLst/>
            <a:cxnLst/>
            <a:rect l="l" t="t" r="r" b="b"/>
            <a:pathLst>
              <a:path w="17946285" h="3319544">
                <a:moveTo>
                  <a:pt x="0" y="0"/>
                </a:moveTo>
                <a:lnTo>
                  <a:pt x="17946285" y="0"/>
                </a:lnTo>
                <a:lnTo>
                  <a:pt x="17946285" y="3319545"/>
                </a:lnTo>
                <a:lnTo>
                  <a:pt x="0" y="331954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AU"/>
          </a:p>
        </p:txBody>
      </p:sp>
      <p:sp>
        <p:nvSpPr>
          <p:cNvPr id="4" name="Freeform 4"/>
          <p:cNvSpPr/>
          <p:nvPr/>
        </p:nvSpPr>
        <p:spPr>
          <a:xfrm rot="-3456110">
            <a:off x="12951151" y="5943897"/>
            <a:ext cx="10861400" cy="7288571"/>
          </a:xfrm>
          <a:custGeom>
            <a:avLst/>
            <a:gdLst/>
            <a:ahLst/>
            <a:cxnLst/>
            <a:rect l="l" t="t" r="r" b="b"/>
            <a:pathLst>
              <a:path w="10861400" h="7288571">
                <a:moveTo>
                  <a:pt x="0" y="0"/>
                </a:moveTo>
                <a:lnTo>
                  <a:pt x="10861400" y="0"/>
                </a:lnTo>
                <a:lnTo>
                  <a:pt x="10861400" y="7288571"/>
                </a:lnTo>
                <a:lnTo>
                  <a:pt x="0" y="728857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AU"/>
          </a:p>
        </p:txBody>
      </p:sp>
      <p:sp>
        <p:nvSpPr>
          <p:cNvPr id="5" name="Freeform 5"/>
          <p:cNvSpPr/>
          <p:nvPr/>
        </p:nvSpPr>
        <p:spPr>
          <a:xfrm rot="-3456110">
            <a:off x="1525240" y="-926719"/>
            <a:ext cx="15471555" cy="10382228"/>
          </a:xfrm>
          <a:custGeom>
            <a:avLst/>
            <a:gdLst/>
            <a:ahLst/>
            <a:cxnLst/>
            <a:rect l="l" t="t" r="r" b="b"/>
            <a:pathLst>
              <a:path w="15471555" h="10382228">
                <a:moveTo>
                  <a:pt x="0" y="0"/>
                </a:moveTo>
                <a:lnTo>
                  <a:pt x="15471556" y="0"/>
                </a:lnTo>
                <a:lnTo>
                  <a:pt x="15471556" y="10382228"/>
                </a:lnTo>
                <a:lnTo>
                  <a:pt x="0" y="1038222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AU"/>
          </a:p>
        </p:txBody>
      </p:sp>
      <p:sp>
        <p:nvSpPr>
          <p:cNvPr id="6" name="Freeform 6"/>
          <p:cNvSpPr/>
          <p:nvPr/>
        </p:nvSpPr>
        <p:spPr>
          <a:xfrm>
            <a:off x="-3366904" y="3617987"/>
            <a:ext cx="11167443" cy="11280626"/>
          </a:xfrm>
          <a:custGeom>
            <a:avLst/>
            <a:gdLst/>
            <a:ahLst/>
            <a:cxnLst/>
            <a:rect l="l" t="t" r="r" b="b"/>
            <a:pathLst>
              <a:path w="11167443" h="11280626">
                <a:moveTo>
                  <a:pt x="0" y="0"/>
                </a:moveTo>
                <a:lnTo>
                  <a:pt x="11167443" y="0"/>
                </a:lnTo>
                <a:lnTo>
                  <a:pt x="11167443" y="11280626"/>
                </a:lnTo>
                <a:lnTo>
                  <a:pt x="0" y="11280626"/>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AU"/>
          </a:p>
        </p:txBody>
      </p:sp>
      <p:sp>
        <p:nvSpPr>
          <p:cNvPr id="7" name="Freeform 7"/>
          <p:cNvSpPr/>
          <p:nvPr/>
        </p:nvSpPr>
        <p:spPr>
          <a:xfrm>
            <a:off x="4865377" y="-134346"/>
            <a:ext cx="15059344" cy="3402111"/>
          </a:xfrm>
          <a:custGeom>
            <a:avLst/>
            <a:gdLst/>
            <a:ahLst/>
            <a:cxnLst/>
            <a:rect l="l" t="t" r="r" b="b"/>
            <a:pathLst>
              <a:path w="15059344" h="3402111">
                <a:moveTo>
                  <a:pt x="0" y="0"/>
                </a:moveTo>
                <a:lnTo>
                  <a:pt x="15059344" y="0"/>
                </a:lnTo>
                <a:lnTo>
                  <a:pt x="15059344" y="3402111"/>
                </a:lnTo>
                <a:lnTo>
                  <a:pt x="0" y="3402111"/>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AU"/>
          </a:p>
        </p:txBody>
      </p:sp>
      <p:sp>
        <p:nvSpPr>
          <p:cNvPr id="8" name="Freeform 8"/>
          <p:cNvSpPr/>
          <p:nvPr/>
        </p:nvSpPr>
        <p:spPr>
          <a:xfrm rot="-6487644">
            <a:off x="-9482273" y="-763952"/>
            <a:ext cx="20806354" cy="4342759"/>
          </a:xfrm>
          <a:custGeom>
            <a:avLst/>
            <a:gdLst/>
            <a:ahLst/>
            <a:cxnLst/>
            <a:rect l="l" t="t" r="r" b="b"/>
            <a:pathLst>
              <a:path w="20806354" h="4342759">
                <a:moveTo>
                  <a:pt x="0" y="0"/>
                </a:moveTo>
                <a:lnTo>
                  <a:pt x="20806354" y="0"/>
                </a:lnTo>
                <a:lnTo>
                  <a:pt x="20806354" y="4342759"/>
                </a:lnTo>
                <a:lnTo>
                  <a:pt x="0" y="4342759"/>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AU"/>
          </a:p>
        </p:txBody>
      </p:sp>
      <p:grpSp>
        <p:nvGrpSpPr>
          <p:cNvPr id="9" name="Group 9"/>
          <p:cNvGrpSpPr/>
          <p:nvPr/>
        </p:nvGrpSpPr>
        <p:grpSpPr>
          <a:xfrm>
            <a:off x="822390" y="658537"/>
            <a:ext cx="16384887" cy="8830698"/>
            <a:chOff x="0" y="0"/>
            <a:chExt cx="2680843" cy="1444851"/>
          </a:xfrm>
        </p:grpSpPr>
        <p:sp>
          <p:nvSpPr>
            <p:cNvPr id="10" name="Freeform 10"/>
            <p:cNvSpPr/>
            <p:nvPr/>
          </p:nvSpPr>
          <p:spPr>
            <a:xfrm>
              <a:off x="0" y="0"/>
              <a:ext cx="2680843" cy="1444851"/>
            </a:xfrm>
            <a:custGeom>
              <a:avLst/>
              <a:gdLst/>
              <a:ahLst/>
              <a:cxnLst/>
              <a:rect l="l" t="t" r="r" b="b"/>
              <a:pathLst>
                <a:path w="2680843" h="1444851">
                  <a:moveTo>
                    <a:pt x="0" y="0"/>
                  </a:moveTo>
                  <a:lnTo>
                    <a:pt x="2680843" y="0"/>
                  </a:lnTo>
                  <a:lnTo>
                    <a:pt x="2680843" y="1444851"/>
                  </a:lnTo>
                  <a:lnTo>
                    <a:pt x="0" y="1444851"/>
                  </a:lnTo>
                  <a:close/>
                </a:path>
              </a:pathLst>
            </a:custGeom>
            <a:solidFill>
              <a:srgbClr val="FFFFFF"/>
            </a:solidFill>
          </p:spPr>
          <p:txBody>
            <a:bodyPr/>
            <a:lstStyle/>
            <a:p>
              <a:endParaRPr lang="en-AU"/>
            </a:p>
          </p:txBody>
        </p:sp>
      </p:grpSp>
      <p:grpSp>
        <p:nvGrpSpPr>
          <p:cNvPr id="11" name="Group 11"/>
          <p:cNvGrpSpPr/>
          <p:nvPr/>
        </p:nvGrpSpPr>
        <p:grpSpPr>
          <a:xfrm>
            <a:off x="1028700" y="883627"/>
            <a:ext cx="8780996" cy="8380517"/>
            <a:chOff x="0" y="0"/>
            <a:chExt cx="14810823" cy="14135339"/>
          </a:xfrm>
        </p:grpSpPr>
        <p:sp>
          <p:nvSpPr>
            <p:cNvPr id="12" name="Freeform 12"/>
            <p:cNvSpPr/>
            <p:nvPr/>
          </p:nvSpPr>
          <p:spPr>
            <a:xfrm>
              <a:off x="0" y="0"/>
              <a:ext cx="14810823" cy="14135376"/>
            </a:xfrm>
            <a:custGeom>
              <a:avLst/>
              <a:gdLst/>
              <a:ahLst/>
              <a:cxnLst/>
              <a:rect l="l" t="t" r="r" b="b"/>
              <a:pathLst>
                <a:path w="14810823" h="14135376">
                  <a:moveTo>
                    <a:pt x="0" y="0"/>
                  </a:moveTo>
                  <a:lnTo>
                    <a:pt x="14810823" y="0"/>
                  </a:lnTo>
                  <a:lnTo>
                    <a:pt x="14810823" y="14135376"/>
                  </a:lnTo>
                  <a:lnTo>
                    <a:pt x="0" y="14135376"/>
                  </a:lnTo>
                  <a:lnTo>
                    <a:pt x="0" y="0"/>
                  </a:lnTo>
                  <a:close/>
                </a:path>
              </a:pathLst>
            </a:custGeom>
            <a:blipFill>
              <a:blip r:embed="rId7"/>
              <a:stretch>
                <a:fillRect t="-32187" b="-24981"/>
              </a:stretch>
            </a:blipFill>
          </p:spPr>
          <p:txBody>
            <a:bodyPr/>
            <a:lstStyle/>
            <a:p>
              <a:endParaRPr lang="en-AU"/>
            </a:p>
          </p:txBody>
        </p:sp>
      </p:grpSp>
      <p:sp>
        <p:nvSpPr>
          <p:cNvPr id="13" name="Freeform 13"/>
          <p:cNvSpPr/>
          <p:nvPr/>
        </p:nvSpPr>
        <p:spPr>
          <a:xfrm>
            <a:off x="10782500" y="3623831"/>
            <a:ext cx="4733655" cy="4970886"/>
          </a:xfrm>
          <a:custGeom>
            <a:avLst/>
            <a:gdLst/>
            <a:ahLst/>
            <a:cxnLst/>
            <a:rect l="l" t="t" r="r" b="b"/>
            <a:pathLst>
              <a:path w="4733655" h="4970886">
                <a:moveTo>
                  <a:pt x="0" y="0"/>
                </a:moveTo>
                <a:lnTo>
                  <a:pt x="4733655" y="0"/>
                </a:lnTo>
                <a:lnTo>
                  <a:pt x="4733655" y="4970885"/>
                </a:lnTo>
                <a:lnTo>
                  <a:pt x="0" y="4970885"/>
                </a:lnTo>
                <a:lnTo>
                  <a:pt x="0" y="0"/>
                </a:lnTo>
                <a:close/>
              </a:path>
            </a:pathLst>
          </a:custGeom>
          <a:blipFill>
            <a:blip r:embed="rId8"/>
            <a:stretch>
              <a:fillRect l="-10777" t="-7045" r="-1252" b="-2635"/>
            </a:stretch>
          </a:blipFill>
        </p:spPr>
        <p:txBody>
          <a:bodyPr/>
          <a:lstStyle/>
          <a:p>
            <a:endParaRPr lang="en-AU"/>
          </a:p>
        </p:txBody>
      </p:sp>
      <p:sp>
        <p:nvSpPr>
          <p:cNvPr id="14" name="Freeform 14"/>
          <p:cNvSpPr/>
          <p:nvPr/>
        </p:nvSpPr>
        <p:spPr>
          <a:xfrm>
            <a:off x="15622433" y="7904390"/>
            <a:ext cx="1584844" cy="1584844"/>
          </a:xfrm>
          <a:custGeom>
            <a:avLst/>
            <a:gdLst/>
            <a:ahLst/>
            <a:cxnLst/>
            <a:rect l="l" t="t" r="r" b="b"/>
            <a:pathLst>
              <a:path w="1584844" h="1584844">
                <a:moveTo>
                  <a:pt x="0" y="0"/>
                </a:moveTo>
                <a:lnTo>
                  <a:pt x="1584844" y="0"/>
                </a:lnTo>
                <a:lnTo>
                  <a:pt x="1584844" y="1584844"/>
                </a:lnTo>
                <a:lnTo>
                  <a:pt x="0" y="1584844"/>
                </a:lnTo>
                <a:lnTo>
                  <a:pt x="0" y="0"/>
                </a:lnTo>
                <a:close/>
              </a:path>
            </a:pathLst>
          </a:custGeom>
          <a:blipFill>
            <a:blip r:embed="rId9"/>
            <a:stretch>
              <a:fillRect/>
            </a:stretch>
          </a:blipFill>
        </p:spPr>
        <p:txBody>
          <a:bodyPr/>
          <a:lstStyle/>
          <a:p>
            <a:endParaRPr lang="en-AU"/>
          </a:p>
        </p:txBody>
      </p:sp>
      <p:sp>
        <p:nvSpPr>
          <p:cNvPr id="15" name="TextBox 15"/>
          <p:cNvSpPr txBox="1"/>
          <p:nvPr/>
        </p:nvSpPr>
        <p:spPr>
          <a:xfrm>
            <a:off x="9746312" y="1089296"/>
            <a:ext cx="7512988" cy="1960895"/>
          </a:xfrm>
          <a:prstGeom prst="rect">
            <a:avLst/>
          </a:prstGeom>
        </p:spPr>
        <p:txBody>
          <a:bodyPr lIns="0" tIns="0" rIns="0" bIns="0" rtlCol="0" anchor="t">
            <a:spAutoFit/>
          </a:bodyPr>
          <a:lstStyle/>
          <a:p>
            <a:pPr algn="ctr">
              <a:lnSpc>
                <a:spcPts val="7233"/>
              </a:lnSpc>
            </a:pPr>
            <a:r>
              <a:rPr lang="en-US" sz="9644">
                <a:solidFill>
                  <a:srgbClr val="010A4F"/>
                </a:solidFill>
                <a:latin typeface="Abril Fatface"/>
                <a:ea typeface="Abril Fatface"/>
                <a:cs typeface="Abril Fatface"/>
                <a:sym typeface="Abril Fatface"/>
              </a:rPr>
              <a:t>Our Koala values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2700000">
            <a:off x="3858247" y="7763288"/>
            <a:ext cx="18582162" cy="3878520"/>
          </a:xfrm>
          <a:custGeom>
            <a:avLst/>
            <a:gdLst/>
            <a:ahLst/>
            <a:cxnLst/>
            <a:rect l="l" t="t" r="r" b="b"/>
            <a:pathLst>
              <a:path w="18582162" h="3878520">
                <a:moveTo>
                  <a:pt x="0" y="0"/>
                </a:moveTo>
                <a:lnTo>
                  <a:pt x="18582161" y="0"/>
                </a:lnTo>
                <a:lnTo>
                  <a:pt x="18582161" y="3878519"/>
                </a:lnTo>
                <a:lnTo>
                  <a:pt x="0" y="3878519"/>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AU"/>
          </a:p>
        </p:txBody>
      </p:sp>
      <p:sp>
        <p:nvSpPr>
          <p:cNvPr id="3" name="Freeform 3"/>
          <p:cNvSpPr/>
          <p:nvPr/>
        </p:nvSpPr>
        <p:spPr>
          <a:xfrm rot="-5143365">
            <a:off x="-5393110" y="3668793"/>
            <a:ext cx="17946285" cy="3319544"/>
          </a:xfrm>
          <a:custGeom>
            <a:avLst/>
            <a:gdLst/>
            <a:ahLst/>
            <a:cxnLst/>
            <a:rect l="l" t="t" r="r" b="b"/>
            <a:pathLst>
              <a:path w="17946285" h="3319544">
                <a:moveTo>
                  <a:pt x="0" y="0"/>
                </a:moveTo>
                <a:lnTo>
                  <a:pt x="17946285" y="0"/>
                </a:lnTo>
                <a:lnTo>
                  <a:pt x="17946285" y="3319545"/>
                </a:lnTo>
                <a:lnTo>
                  <a:pt x="0" y="331954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AU"/>
          </a:p>
        </p:txBody>
      </p:sp>
      <p:sp>
        <p:nvSpPr>
          <p:cNvPr id="4" name="Freeform 4"/>
          <p:cNvSpPr/>
          <p:nvPr/>
        </p:nvSpPr>
        <p:spPr>
          <a:xfrm rot="-3456110">
            <a:off x="12951151" y="5943897"/>
            <a:ext cx="10861400" cy="7288571"/>
          </a:xfrm>
          <a:custGeom>
            <a:avLst/>
            <a:gdLst/>
            <a:ahLst/>
            <a:cxnLst/>
            <a:rect l="l" t="t" r="r" b="b"/>
            <a:pathLst>
              <a:path w="10861400" h="7288571">
                <a:moveTo>
                  <a:pt x="0" y="0"/>
                </a:moveTo>
                <a:lnTo>
                  <a:pt x="10861400" y="0"/>
                </a:lnTo>
                <a:lnTo>
                  <a:pt x="10861400" y="7288571"/>
                </a:lnTo>
                <a:lnTo>
                  <a:pt x="0" y="728857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AU"/>
          </a:p>
        </p:txBody>
      </p:sp>
      <p:sp>
        <p:nvSpPr>
          <p:cNvPr id="5" name="Freeform 5"/>
          <p:cNvSpPr/>
          <p:nvPr/>
        </p:nvSpPr>
        <p:spPr>
          <a:xfrm rot="-3456110">
            <a:off x="1525240" y="-926719"/>
            <a:ext cx="15471555" cy="10382228"/>
          </a:xfrm>
          <a:custGeom>
            <a:avLst/>
            <a:gdLst/>
            <a:ahLst/>
            <a:cxnLst/>
            <a:rect l="l" t="t" r="r" b="b"/>
            <a:pathLst>
              <a:path w="15471555" h="10382228">
                <a:moveTo>
                  <a:pt x="0" y="0"/>
                </a:moveTo>
                <a:lnTo>
                  <a:pt x="15471556" y="0"/>
                </a:lnTo>
                <a:lnTo>
                  <a:pt x="15471556" y="10382228"/>
                </a:lnTo>
                <a:lnTo>
                  <a:pt x="0" y="1038222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AU"/>
          </a:p>
        </p:txBody>
      </p:sp>
      <p:sp>
        <p:nvSpPr>
          <p:cNvPr id="6" name="Freeform 6"/>
          <p:cNvSpPr/>
          <p:nvPr/>
        </p:nvSpPr>
        <p:spPr>
          <a:xfrm>
            <a:off x="-3366904" y="3617987"/>
            <a:ext cx="11167443" cy="11280626"/>
          </a:xfrm>
          <a:custGeom>
            <a:avLst/>
            <a:gdLst/>
            <a:ahLst/>
            <a:cxnLst/>
            <a:rect l="l" t="t" r="r" b="b"/>
            <a:pathLst>
              <a:path w="11167443" h="11280626">
                <a:moveTo>
                  <a:pt x="0" y="0"/>
                </a:moveTo>
                <a:lnTo>
                  <a:pt x="11167443" y="0"/>
                </a:lnTo>
                <a:lnTo>
                  <a:pt x="11167443" y="11280626"/>
                </a:lnTo>
                <a:lnTo>
                  <a:pt x="0" y="11280626"/>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AU"/>
          </a:p>
        </p:txBody>
      </p:sp>
      <p:sp>
        <p:nvSpPr>
          <p:cNvPr id="7" name="Freeform 7"/>
          <p:cNvSpPr/>
          <p:nvPr/>
        </p:nvSpPr>
        <p:spPr>
          <a:xfrm>
            <a:off x="4865377" y="-134346"/>
            <a:ext cx="15059344" cy="3402111"/>
          </a:xfrm>
          <a:custGeom>
            <a:avLst/>
            <a:gdLst/>
            <a:ahLst/>
            <a:cxnLst/>
            <a:rect l="l" t="t" r="r" b="b"/>
            <a:pathLst>
              <a:path w="15059344" h="3402111">
                <a:moveTo>
                  <a:pt x="0" y="0"/>
                </a:moveTo>
                <a:lnTo>
                  <a:pt x="15059344" y="0"/>
                </a:lnTo>
                <a:lnTo>
                  <a:pt x="15059344" y="3402111"/>
                </a:lnTo>
                <a:lnTo>
                  <a:pt x="0" y="3402111"/>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AU"/>
          </a:p>
        </p:txBody>
      </p:sp>
      <p:sp>
        <p:nvSpPr>
          <p:cNvPr id="8" name="Freeform 8"/>
          <p:cNvSpPr/>
          <p:nvPr/>
        </p:nvSpPr>
        <p:spPr>
          <a:xfrm rot="-6487644">
            <a:off x="-9482273" y="-763952"/>
            <a:ext cx="20806354" cy="4342759"/>
          </a:xfrm>
          <a:custGeom>
            <a:avLst/>
            <a:gdLst/>
            <a:ahLst/>
            <a:cxnLst/>
            <a:rect l="l" t="t" r="r" b="b"/>
            <a:pathLst>
              <a:path w="20806354" h="4342759">
                <a:moveTo>
                  <a:pt x="0" y="0"/>
                </a:moveTo>
                <a:lnTo>
                  <a:pt x="20806354" y="0"/>
                </a:lnTo>
                <a:lnTo>
                  <a:pt x="20806354" y="4342759"/>
                </a:lnTo>
                <a:lnTo>
                  <a:pt x="0" y="4342759"/>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AU"/>
          </a:p>
        </p:txBody>
      </p:sp>
      <p:grpSp>
        <p:nvGrpSpPr>
          <p:cNvPr id="9" name="Group 9"/>
          <p:cNvGrpSpPr/>
          <p:nvPr/>
        </p:nvGrpSpPr>
        <p:grpSpPr>
          <a:xfrm>
            <a:off x="822390" y="658537"/>
            <a:ext cx="16384887" cy="8830698"/>
            <a:chOff x="0" y="0"/>
            <a:chExt cx="2680843" cy="1444851"/>
          </a:xfrm>
        </p:grpSpPr>
        <p:sp>
          <p:nvSpPr>
            <p:cNvPr id="10" name="Freeform 10"/>
            <p:cNvSpPr/>
            <p:nvPr/>
          </p:nvSpPr>
          <p:spPr>
            <a:xfrm>
              <a:off x="0" y="0"/>
              <a:ext cx="2680843" cy="1444851"/>
            </a:xfrm>
            <a:custGeom>
              <a:avLst/>
              <a:gdLst/>
              <a:ahLst/>
              <a:cxnLst/>
              <a:rect l="l" t="t" r="r" b="b"/>
              <a:pathLst>
                <a:path w="2680843" h="1444851">
                  <a:moveTo>
                    <a:pt x="0" y="0"/>
                  </a:moveTo>
                  <a:lnTo>
                    <a:pt x="2680843" y="0"/>
                  </a:lnTo>
                  <a:lnTo>
                    <a:pt x="2680843" y="1444851"/>
                  </a:lnTo>
                  <a:lnTo>
                    <a:pt x="0" y="1444851"/>
                  </a:lnTo>
                  <a:close/>
                </a:path>
              </a:pathLst>
            </a:custGeom>
            <a:solidFill>
              <a:srgbClr val="FFFFFF"/>
            </a:solidFill>
          </p:spPr>
          <p:txBody>
            <a:bodyPr/>
            <a:lstStyle/>
            <a:p>
              <a:endParaRPr lang="en-AU"/>
            </a:p>
          </p:txBody>
        </p:sp>
      </p:grpSp>
      <p:sp>
        <p:nvSpPr>
          <p:cNvPr id="11" name="TextBox 11"/>
          <p:cNvSpPr txBox="1"/>
          <p:nvPr/>
        </p:nvSpPr>
        <p:spPr>
          <a:xfrm>
            <a:off x="2799090" y="1951670"/>
            <a:ext cx="12431488" cy="7117349"/>
          </a:xfrm>
          <a:prstGeom prst="rect">
            <a:avLst/>
          </a:prstGeom>
        </p:spPr>
        <p:txBody>
          <a:bodyPr lIns="0" tIns="0" rIns="0" bIns="0" rtlCol="0" anchor="t">
            <a:spAutoFit/>
          </a:bodyPr>
          <a:lstStyle/>
          <a:p>
            <a:pPr algn="ctr">
              <a:lnSpc>
                <a:spcPts val="7178"/>
              </a:lnSpc>
            </a:pPr>
            <a:r>
              <a:rPr lang="en-US" sz="2871" spc="14">
                <a:solidFill>
                  <a:srgbClr val="063D71"/>
                </a:solidFill>
                <a:latin typeface="IBM Plex Sans"/>
                <a:ea typeface="IBM Plex Sans"/>
                <a:cs typeface="IBM Plex Sans"/>
                <a:sym typeface="IBM Plex Sans"/>
              </a:rPr>
              <a:t>We are the Tarampa Koalas,</a:t>
            </a:r>
          </a:p>
          <a:p>
            <a:pPr algn="ctr">
              <a:lnSpc>
                <a:spcPts val="7178"/>
              </a:lnSpc>
            </a:pPr>
            <a:r>
              <a:rPr lang="en-US" sz="2871" spc="14">
                <a:solidFill>
                  <a:srgbClr val="063D71"/>
                </a:solidFill>
                <a:latin typeface="IBM Plex Sans"/>
                <a:ea typeface="IBM Plex Sans"/>
                <a:cs typeface="IBM Plex Sans"/>
                <a:sym typeface="IBM Plex Sans"/>
              </a:rPr>
              <a:t>We show kindness throughout the day,</a:t>
            </a:r>
          </a:p>
          <a:p>
            <a:pPr algn="ctr">
              <a:lnSpc>
                <a:spcPts val="7178"/>
              </a:lnSpc>
            </a:pPr>
            <a:r>
              <a:rPr lang="en-US" sz="2871" spc="14">
                <a:solidFill>
                  <a:srgbClr val="063D71"/>
                </a:solidFill>
                <a:latin typeface="IBM Plex Sans"/>
                <a:ea typeface="IBM Plex Sans"/>
                <a:cs typeface="IBM Plex Sans"/>
                <a:sym typeface="IBM Plex Sans"/>
              </a:rPr>
              <a:t>Make appropriate choices in learning and play</a:t>
            </a:r>
          </a:p>
          <a:p>
            <a:pPr algn="ctr">
              <a:lnSpc>
                <a:spcPts val="7178"/>
              </a:lnSpc>
            </a:pPr>
            <a:r>
              <a:rPr lang="en-US" sz="2871" spc="14">
                <a:solidFill>
                  <a:srgbClr val="063D71"/>
                </a:solidFill>
                <a:latin typeface="IBM Plex Sans"/>
                <a:ea typeface="IBM Plex Sans"/>
                <a:cs typeface="IBM Plex Sans"/>
                <a:sym typeface="IBM Plex Sans"/>
              </a:rPr>
              <a:t>We are respectful in every way</a:t>
            </a:r>
          </a:p>
          <a:p>
            <a:pPr algn="ctr">
              <a:lnSpc>
                <a:spcPts val="7178"/>
              </a:lnSpc>
            </a:pPr>
            <a:r>
              <a:rPr lang="en-US" sz="2871" spc="14">
                <a:solidFill>
                  <a:srgbClr val="063D71"/>
                </a:solidFill>
                <a:latin typeface="IBM Plex Sans"/>
                <a:ea typeface="IBM Plex Sans"/>
                <a:cs typeface="IBM Plex Sans"/>
                <a:sym typeface="IBM Plex Sans"/>
              </a:rPr>
              <a:t>Everyone is different and that’s okay.</a:t>
            </a:r>
          </a:p>
          <a:p>
            <a:pPr algn="ctr">
              <a:lnSpc>
                <a:spcPts val="7178"/>
              </a:lnSpc>
            </a:pPr>
            <a:r>
              <a:rPr lang="en-US" sz="2871" spc="14">
                <a:solidFill>
                  <a:srgbClr val="063D71"/>
                </a:solidFill>
                <a:latin typeface="IBM Plex Sans"/>
                <a:ea typeface="IBM Plex Sans"/>
                <a:cs typeface="IBM Plex Sans"/>
                <a:sym typeface="IBM Plex Sans"/>
              </a:rPr>
              <a:t>Koalas own what we do,</a:t>
            </a:r>
          </a:p>
          <a:p>
            <a:pPr algn="ctr">
              <a:lnSpc>
                <a:spcPts val="7178"/>
              </a:lnSpc>
            </a:pPr>
            <a:r>
              <a:rPr lang="en-US" sz="2871" spc="14">
                <a:solidFill>
                  <a:srgbClr val="063D71"/>
                </a:solidFill>
                <a:latin typeface="IBM Plex Sans"/>
                <a:ea typeface="IBM Plex Sans"/>
                <a:cs typeface="IBM Plex Sans"/>
                <a:sym typeface="IBM Plex Sans"/>
              </a:rPr>
              <a:t>Great decisions through and through</a:t>
            </a:r>
          </a:p>
          <a:p>
            <a:pPr algn="ctr">
              <a:lnSpc>
                <a:spcPts val="7178"/>
              </a:lnSpc>
            </a:pPr>
            <a:r>
              <a:rPr lang="en-US" sz="2871" spc="14">
                <a:solidFill>
                  <a:srgbClr val="063D71"/>
                </a:solidFill>
                <a:latin typeface="IBM Plex Sans"/>
                <a:ea typeface="IBM Plex Sans"/>
                <a:cs typeface="IBM Plex Sans"/>
                <a:sym typeface="IBM Plex Sans"/>
              </a:rPr>
              <a:t>Safe, accepted, Tarampa hooray!</a:t>
            </a:r>
          </a:p>
        </p:txBody>
      </p:sp>
      <p:sp>
        <p:nvSpPr>
          <p:cNvPr id="12" name="Freeform 12"/>
          <p:cNvSpPr/>
          <p:nvPr/>
        </p:nvSpPr>
        <p:spPr>
          <a:xfrm>
            <a:off x="13304252" y="3617987"/>
            <a:ext cx="3852652" cy="3428860"/>
          </a:xfrm>
          <a:custGeom>
            <a:avLst/>
            <a:gdLst/>
            <a:ahLst/>
            <a:cxnLst/>
            <a:rect l="l" t="t" r="r" b="b"/>
            <a:pathLst>
              <a:path w="3852652" h="3428860">
                <a:moveTo>
                  <a:pt x="0" y="0"/>
                </a:moveTo>
                <a:lnTo>
                  <a:pt x="3852652" y="0"/>
                </a:lnTo>
                <a:lnTo>
                  <a:pt x="3852652" y="3428860"/>
                </a:lnTo>
                <a:lnTo>
                  <a:pt x="0" y="3428860"/>
                </a:lnTo>
                <a:lnTo>
                  <a:pt x="0" y="0"/>
                </a:lnTo>
                <a:close/>
              </a:path>
            </a:pathLst>
          </a:custGeom>
          <a:blipFill>
            <a:blip r:embed="rId7"/>
            <a:stretch>
              <a:fillRect/>
            </a:stretch>
          </a:blipFill>
        </p:spPr>
        <p:txBody>
          <a:bodyPr/>
          <a:lstStyle/>
          <a:p>
            <a:endParaRPr lang="en-AU"/>
          </a:p>
        </p:txBody>
      </p:sp>
      <p:sp>
        <p:nvSpPr>
          <p:cNvPr id="13" name="Freeform 13"/>
          <p:cNvSpPr/>
          <p:nvPr/>
        </p:nvSpPr>
        <p:spPr>
          <a:xfrm rot="-643356">
            <a:off x="1420845" y="4504309"/>
            <a:ext cx="2756488" cy="1891640"/>
          </a:xfrm>
          <a:custGeom>
            <a:avLst/>
            <a:gdLst/>
            <a:ahLst/>
            <a:cxnLst/>
            <a:rect l="l" t="t" r="r" b="b"/>
            <a:pathLst>
              <a:path w="2756488" h="1891640">
                <a:moveTo>
                  <a:pt x="0" y="0"/>
                </a:moveTo>
                <a:lnTo>
                  <a:pt x="2756489" y="0"/>
                </a:lnTo>
                <a:lnTo>
                  <a:pt x="2756489" y="1891640"/>
                </a:lnTo>
                <a:lnTo>
                  <a:pt x="0" y="1891640"/>
                </a:lnTo>
                <a:lnTo>
                  <a:pt x="0" y="0"/>
                </a:lnTo>
                <a:close/>
              </a:path>
            </a:pathLst>
          </a:custGeom>
          <a:blipFill>
            <a:blip r:embed="rId8"/>
            <a:stretch>
              <a:fillRect/>
            </a:stretch>
          </a:blipFill>
        </p:spPr>
        <p:txBody>
          <a:bodyPr/>
          <a:lstStyle/>
          <a:p>
            <a:endParaRPr lang="en-AU"/>
          </a:p>
        </p:txBody>
      </p:sp>
      <p:sp>
        <p:nvSpPr>
          <p:cNvPr id="14" name="Freeform 14"/>
          <p:cNvSpPr/>
          <p:nvPr/>
        </p:nvSpPr>
        <p:spPr>
          <a:xfrm>
            <a:off x="15572060" y="7904390"/>
            <a:ext cx="1584844" cy="1584844"/>
          </a:xfrm>
          <a:custGeom>
            <a:avLst/>
            <a:gdLst/>
            <a:ahLst/>
            <a:cxnLst/>
            <a:rect l="l" t="t" r="r" b="b"/>
            <a:pathLst>
              <a:path w="1584844" h="1584844">
                <a:moveTo>
                  <a:pt x="0" y="0"/>
                </a:moveTo>
                <a:lnTo>
                  <a:pt x="1584844" y="0"/>
                </a:lnTo>
                <a:lnTo>
                  <a:pt x="1584844" y="1584844"/>
                </a:lnTo>
                <a:lnTo>
                  <a:pt x="0" y="1584844"/>
                </a:lnTo>
                <a:lnTo>
                  <a:pt x="0" y="0"/>
                </a:lnTo>
                <a:close/>
              </a:path>
            </a:pathLst>
          </a:custGeom>
          <a:blipFill>
            <a:blip r:embed="rId9"/>
            <a:stretch>
              <a:fillRect/>
            </a:stretch>
          </a:blipFill>
        </p:spPr>
        <p:txBody>
          <a:bodyPr/>
          <a:lstStyle/>
          <a:p>
            <a:endParaRPr lang="en-AU"/>
          </a:p>
        </p:txBody>
      </p:sp>
      <p:sp>
        <p:nvSpPr>
          <p:cNvPr id="15" name="TextBox 15"/>
          <p:cNvSpPr txBox="1"/>
          <p:nvPr/>
        </p:nvSpPr>
        <p:spPr>
          <a:xfrm>
            <a:off x="1501846" y="1253012"/>
            <a:ext cx="14414020" cy="1046495"/>
          </a:xfrm>
          <a:prstGeom prst="rect">
            <a:avLst/>
          </a:prstGeom>
        </p:spPr>
        <p:txBody>
          <a:bodyPr lIns="0" tIns="0" rIns="0" bIns="0" rtlCol="0" anchor="t">
            <a:spAutoFit/>
          </a:bodyPr>
          <a:lstStyle/>
          <a:p>
            <a:pPr algn="ctr">
              <a:lnSpc>
                <a:spcPts val="7233"/>
              </a:lnSpc>
            </a:pPr>
            <a:r>
              <a:rPr lang="en-US" sz="9644">
                <a:solidFill>
                  <a:srgbClr val="010A4F"/>
                </a:solidFill>
                <a:latin typeface="Abril Fatface"/>
                <a:ea typeface="Abril Fatface"/>
                <a:cs typeface="Abril Fatface"/>
                <a:sym typeface="Abril Fatface"/>
              </a:rPr>
              <a:t>Our school Oath</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descr="topography pattern"/>
          <p:cNvSpPr/>
          <p:nvPr/>
        </p:nvSpPr>
        <p:spPr>
          <a:xfrm>
            <a:off x="0" y="-653959"/>
            <a:ext cx="18594945" cy="15898877"/>
          </a:xfrm>
          <a:custGeom>
            <a:avLst/>
            <a:gdLst/>
            <a:ahLst/>
            <a:cxnLst/>
            <a:rect l="l" t="t" r="r" b="b"/>
            <a:pathLst>
              <a:path w="18594945" h="15898877">
                <a:moveTo>
                  <a:pt x="0" y="0"/>
                </a:moveTo>
                <a:lnTo>
                  <a:pt x="18594945" y="0"/>
                </a:lnTo>
                <a:lnTo>
                  <a:pt x="18594945" y="15898876"/>
                </a:lnTo>
                <a:lnTo>
                  <a:pt x="0" y="15898876"/>
                </a:lnTo>
                <a:lnTo>
                  <a:pt x="0" y="0"/>
                </a:lnTo>
                <a:close/>
              </a:path>
            </a:pathLst>
          </a:custGeom>
          <a:blipFill>
            <a:blip>
              <a:extLst>
                <a:ext uri="{96DAC541-7B7A-43D3-8B79-37D633B846F1}">
                  <asvg:svgBlip xmlns:asvg="http://schemas.microsoft.com/office/drawing/2016/SVG/main" r:embed="rId2"/>
                </a:ext>
              </a:extLst>
            </a:blip>
            <a:stretch>
              <a:fillRect l="-5513" t="-29162" r="-5278" b="-1726"/>
            </a:stretch>
          </a:blipFill>
        </p:spPr>
        <p:txBody>
          <a:bodyPr/>
          <a:lstStyle/>
          <a:p>
            <a:endParaRPr lang="en-AU"/>
          </a:p>
        </p:txBody>
      </p:sp>
      <p:grpSp>
        <p:nvGrpSpPr>
          <p:cNvPr id="3" name="Group 3"/>
          <p:cNvGrpSpPr/>
          <p:nvPr/>
        </p:nvGrpSpPr>
        <p:grpSpPr>
          <a:xfrm>
            <a:off x="657434" y="569633"/>
            <a:ext cx="16973132" cy="9147735"/>
            <a:chOff x="0" y="0"/>
            <a:chExt cx="2680843" cy="1444851"/>
          </a:xfrm>
        </p:grpSpPr>
        <p:sp>
          <p:nvSpPr>
            <p:cNvPr id="4" name="Freeform 4"/>
            <p:cNvSpPr/>
            <p:nvPr/>
          </p:nvSpPr>
          <p:spPr>
            <a:xfrm>
              <a:off x="0" y="0"/>
              <a:ext cx="2680843" cy="1444851"/>
            </a:xfrm>
            <a:custGeom>
              <a:avLst/>
              <a:gdLst/>
              <a:ahLst/>
              <a:cxnLst/>
              <a:rect l="l" t="t" r="r" b="b"/>
              <a:pathLst>
                <a:path w="2680843" h="1444851">
                  <a:moveTo>
                    <a:pt x="0" y="0"/>
                  </a:moveTo>
                  <a:lnTo>
                    <a:pt x="2680843" y="0"/>
                  </a:lnTo>
                  <a:lnTo>
                    <a:pt x="2680843" y="1444851"/>
                  </a:lnTo>
                  <a:lnTo>
                    <a:pt x="0" y="1444851"/>
                  </a:lnTo>
                  <a:close/>
                </a:path>
              </a:pathLst>
            </a:custGeom>
            <a:solidFill>
              <a:srgbClr val="FFFFFF"/>
            </a:solidFill>
          </p:spPr>
          <p:txBody>
            <a:bodyPr/>
            <a:lstStyle/>
            <a:p>
              <a:endParaRPr lang="en-AU"/>
            </a:p>
          </p:txBody>
        </p:sp>
      </p:grpSp>
      <p:sp>
        <p:nvSpPr>
          <p:cNvPr id="5" name="Freeform 5"/>
          <p:cNvSpPr/>
          <p:nvPr/>
        </p:nvSpPr>
        <p:spPr>
          <a:xfrm>
            <a:off x="11475311" y="252291"/>
            <a:ext cx="6370148" cy="9719762"/>
          </a:xfrm>
          <a:custGeom>
            <a:avLst/>
            <a:gdLst/>
            <a:ahLst/>
            <a:cxnLst/>
            <a:rect l="l" t="t" r="r" b="b"/>
            <a:pathLst>
              <a:path w="6370148" h="9719762">
                <a:moveTo>
                  <a:pt x="0" y="0"/>
                </a:moveTo>
                <a:lnTo>
                  <a:pt x="6370148" y="0"/>
                </a:lnTo>
                <a:lnTo>
                  <a:pt x="6370148" y="9719762"/>
                </a:lnTo>
                <a:lnTo>
                  <a:pt x="0" y="9719762"/>
                </a:lnTo>
                <a:lnTo>
                  <a:pt x="0" y="0"/>
                </a:lnTo>
                <a:close/>
              </a:path>
            </a:pathLst>
          </a:custGeom>
          <a:blipFill>
            <a:blip r:embed="rId3"/>
            <a:stretch>
              <a:fillRect l="-7175" r="-4457"/>
            </a:stretch>
          </a:blipFill>
        </p:spPr>
        <p:txBody>
          <a:bodyPr/>
          <a:lstStyle/>
          <a:p>
            <a:endParaRPr lang="en-AU"/>
          </a:p>
        </p:txBody>
      </p:sp>
      <p:sp>
        <p:nvSpPr>
          <p:cNvPr id="6" name="Freeform 6"/>
          <p:cNvSpPr/>
          <p:nvPr/>
        </p:nvSpPr>
        <p:spPr>
          <a:xfrm>
            <a:off x="1028700" y="2733413"/>
            <a:ext cx="4540951" cy="6018444"/>
          </a:xfrm>
          <a:custGeom>
            <a:avLst/>
            <a:gdLst/>
            <a:ahLst/>
            <a:cxnLst/>
            <a:rect l="l" t="t" r="r" b="b"/>
            <a:pathLst>
              <a:path w="4540951" h="6018444">
                <a:moveTo>
                  <a:pt x="0" y="0"/>
                </a:moveTo>
                <a:lnTo>
                  <a:pt x="4540951" y="0"/>
                </a:lnTo>
                <a:lnTo>
                  <a:pt x="4540951" y="6018444"/>
                </a:lnTo>
                <a:lnTo>
                  <a:pt x="0" y="6018444"/>
                </a:lnTo>
                <a:lnTo>
                  <a:pt x="0" y="0"/>
                </a:lnTo>
                <a:close/>
              </a:path>
            </a:pathLst>
          </a:custGeom>
          <a:blipFill>
            <a:blip r:embed="rId4"/>
            <a:stretch>
              <a:fillRect b="-600"/>
            </a:stretch>
          </a:blipFill>
        </p:spPr>
        <p:txBody>
          <a:bodyPr/>
          <a:lstStyle/>
          <a:p>
            <a:endParaRPr lang="en-AU"/>
          </a:p>
        </p:txBody>
      </p:sp>
      <p:sp>
        <p:nvSpPr>
          <p:cNvPr id="7" name="TextBox 7"/>
          <p:cNvSpPr txBox="1"/>
          <p:nvPr/>
        </p:nvSpPr>
        <p:spPr>
          <a:xfrm>
            <a:off x="1028700" y="1028700"/>
            <a:ext cx="10967834" cy="1638300"/>
          </a:xfrm>
          <a:prstGeom prst="rect">
            <a:avLst/>
          </a:prstGeom>
        </p:spPr>
        <p:txBody>
          <a:bodyPr lIns="0" tIns="0" rIns="0" bIns="0" rtlCol="0" anchor="t">
            <a:spAutoFit/>
          </a:bodyPr>
          <a:lstStyle/>
          <a:p>
            <a:pPr algn="ctr">
              <a:lnSpc>
                <a:spcPts val="6480"/>
              </a:lnSpc>
            </a:pPr>
            <a:r>
              <a:rPr lang="en-US" sz="5400">
                <a:solidFill>
                  <a:srgbClr val="010A4F"/>
                </a:solidFill>
                <a:latin typeface="Abril Fatface"/>
                <a:ea typeface="Abril Fatface"/>
                <a:cs typeface="Abril Fatface"/>
                <a:sym typeface="Abril Fatface"/>
              </a:rPr>
              <a:t>Tarampa Behaviour Expectations</a:t>
            </a:r>
          </a:p>
          <a:p>
            <a:pPr marL="0" lvl="0" indent="0" algn="ctr">
              <a:lnSpc>
                <a:spcPts val="6480"/>
              </a:lnSpc>
              <a:spcBef>
                <a:spcPct val="0"/>
              </a:spcBef>
            </a:pPr>
            <a:r>
              <a:rPr lang="en-US" sz="5400">
                <a:solidFill>
                  <a:srgbClr val="010A4F"/>
                </a:solidFill>
                <a:latin typeface="Abril Fatface"/>
                <a:ea typeface="Abril Fatface"/>
                <a:cs typeface="Abril Fatface"/>
                <a:sym typeface="Abril Fatface"/>
              </a:rPr>
              <a:t>and Strategies</a:t>
            </a:r>
          </a:p>
        </p:txBody>
      </p:sp>
      <p:sp>
        <p:nvSpPr>
          <p:cNvPr id="8" name="Freeform 8"/>
          <p:cNvSpPr/>
          <p:nvPr/>
        </p:nvSpPr>
        <p:spPr>
          <a:xfrm>
            <a:off x="6137713" y="3485916"/>
            <a:ext cx="4769536" cy="5772384"/>
          </a:xfrm>
          <a:custGeom>
            <a:avLst/>
            <a:gdLst/>
            <a:ahLst/>
            <a:cxnLst/>
            <a:rect l="l" t="t" r="r" b="b"/>
            <a:pathLst>
              <a:path w="4769536" h="5772384">
                <a:moveTo>
                  <a:pt x="0" y="0"/>
                </a:moveTo>
                <a:lnTo>
                  <a:pt x="4769536" y="0"/>
                </a:lnTo>
                <a:lnTo>
                  <a:pt x="4769536" y="5772384"/>
                </a:lnTo>
                <a:lnTo>
                  <a:pt x="0" y="5772384"/>
                </a:lnTo>
                <a:lnTo>
                  <a:pt x="0" y="0"/>
                </a:lnTo>
                <a:close/>
              </a:path>
            </a:pathLst>
          </a:custGeom>
          <a:blipFill>
            <a:blip r:embed="rId5"/>
            <a:stretch>
              <a:fillRect l="-4457" t="-4418" r="-5711" b="-10266"/>
            </a:stretch>
          </a:blipFill>
        </p:spPr>
        <p:txBody>
          <a:bodyPr/>
          <a:lstStyle/>
          <a:p>
            <a:endParaRPr lang="en-AU"/>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53313" y="-216341"/>
            <a:ext cx="20874418" cy="10647098"/>
            <a:chOff x="0" y="0"/>
            <a:chExt cx="27832557" cy="14196131"/>
          </a:xfrm>
        </p:grpSpPr>
        <p:sp>
          <p:nvSpPr>
            <p:cNvPr id="3" name="Freeform 3"/>
            <p:cNvSpPr/>
            <p:nvPr/>
          </p:nvSpPr>
          <p:spPr>
            <a:xfrm>
              <a:off x="0" y="0"/>
              <a:ext cx="7502663" cy="7502663"/>
            </a:xfrm>
            <a:custGeom>
              <a:avLst/>
              <a:gdLst/>
              <a:ahLst/>
              <a:cxnLst/>
              <a:rect l="l" t="t" r="r" b="b"/>
              <a:pathLst>
                <a:path w="7502663" h="7502663">
                  <a:moveTo>
                    <a:pt x="0" y="0"/>
                  </a:moveTo>
                  <a:lnTo>
                    <a:pt x="7502663" y="0"/>
                  </a:lnTo>
                  <a:lnTo>
                    <a:pt x="7502663" y="7502663"/>
                  </a:lnTo>
                  <a:lnTo>
                    <a:pt x="0" y="7502663"/>
                  </a:lnTo>
                  <a:lnTo>
                    <a:pt x="0" y="0"/>
                  </a:lnTo>
                  <a:close/>
                </a:path>
              </a:pathLst>
            </a:custGeom>
            <a:blipFill>
              <a:blip r:embed="rId2"/>
              <a:stretch>
                <a:fillRect/>
              </a:stretch>
            </a:blipFill>
          </p:spPr>
          <p:txBody>
            <a:bodyPr/>
            <a:lstStyle/>
            <a:p>
              <a:endParaRPr lang="en-AU"/>
            </a:p>
          </p:txBody>
        </p:sp>
        <p:sp>
          <p:nvSpPr>
            <p:cNvPr id="4" name="Freeform 4"/>
            <p:cNvSpPr/>
            <p:nvPr/>
          </p:nvSpPr>
          <p:spPr>
            <a:xfrm>
              <a:off x="13551351" y="0"/>
              <a:ext cx="7502663" cy="7502663"/>
            </a:xfrm>
            <a:custGeom>
              <a:avLst/>
              <a:gdLst/>
              <a:ahLst/>
              <a:cxnLst/>
              <a:rect l="l" t="t" r="r" b="b"/>
              <a:pathLst>
                <a:path w="7502663" h="7502663">
                  <a:moveTo>
                    <a:pt x="0" y="0"/>
                  </a:moveTo>
                  <a:lnTo>
                    <a:pt x="7502663" y="0"/>
                  </a:lnTo>
                  <a:lnTo>
                    <a:pt x="7502663" y="7502663"/>
                  </a:lnTo>
                  <a:lnTo>
                    <a:pt x="0" y="7502663"/>
                  </a:lnTo>
                  <a:lnTo>
                    <a:pt x="0" y="0"/>
                  </a:lnTo>
                  <a:close/>
                </a:path>
              </a:pathLst>
            </a:custGeom>
            <a:blipFill>
              <a:blip r:embed="rId2"/>
              <a:stretch>
                <a:fillRect/>
              </a:stretch>
            </a:blipFill>
          </p:spPr>
          <p:txBody>
            <a:bodyPr/>
            <a:lstStyle/>
            <a:p>
              <a:endParaRPr lang="en-AU"/>
            </a:p>
          </p:txBody>
        </p:sp>
        <p:sp>
          <p:nvSpPr>
            <p:cNvPr id="5" name="Freeform 5"/>
            <p:cNvSpPr/>
            <p:nvPr/>
          </p:nvSpPr>
          <p:spPr>
            <a:xfrm>
              <a:off x="6778543" y="0"/>
              <a:ext cx="7502663" cy="7502663"/>
            </a:xfrm>
            <a:custGeom>
              <a:avLst/>
              <a:gdLst/>
              <a:ahLst/>
              <a:cxnLst/>
              <a:rect l="l" t="t" r="r" b="b"/>
              <a:pathLst>
                <a:path w="7502663" h="7502663">
                  <a:moveTo>
                    <a:pt x="0" y="0"/>
                  </a:moveTo>
                  <a:lnTo>
                    <a:pt x="7502663" y="0"/>
                  </a:lnTo>
                  <a:lnTo>
                    <a:pt x="7502663" y="7502663"/>
                  </a:lnTo>
                  <a:lnTo>
                    <a:pt x="0" y="7502663"/>
                  </a:lnTo>
                  <a:lnTo>
                    <a:pt x="0" y="0"/>
                  </a:lnTo>
                  <a:close/>
                </a:path>
              </a:pathLst>
            </a:custGeom>
            <a:blipFill>
              <a:blip r:embed="rId2"/>
              <a:stretch>
                <a:fillRect/>
              </a:stretch>
            </a:blipFill>
          </p:spPr>
          <p:txBody>
            <a:bodyPr/>
            <a:lstStyle/>
            <a:p>
              <a:endParaRPr lang="en-AU"/>
            </a:p>
          </p:txBody>
        </p:sp>
        <p:sp>
          <p:nvSpPr>
            <p:cNvPr id="6" name="Freeform 6"/>
            <p:cNvSpPr/>
            <p:nvPr/>
          </p:nvSpPr>
          <p:spPr>
            <a:xfrm>
              <a:off x="20329894" y="0"/>
              <a:ext cx="7502663" cy="7502663"/>
            </a:xfrm>
            <a:custGeom>
              <a:avLst/>
              <a:gdLst/>
              <a:ahLst/>
              <a:cxnLst/>
              <a:rect l="l" t="t" r="r" b="b"/>
              <a:pathLst>
                <a:path w="7502663" h="7502663">
                  <a:moveTo>
                    <a:pt x="0" y="0"/>
                  </a:moveTo>
                  <a:lnTo>
                    <a:pt x="7502663" y="0"/>
                  </a:lnTo>
                  <a:lnTo>
                    <a:pt x="7502663" y="7502663"/>
                  </a:lnTo>
                  <a:lnTo>
                    <a:pt x="0" y="7502663"/>
                  </a:lnTo>
                  <a:lnTo>
                    <a:pt x="0" y="0"/>
                  </a:lnTo>
                  <a:close/>
                </a:path>
              </a:pathLst>
            </a:custGeom>
            <a:blipFill>
              <a:blip r:embed="rId2"/>
              <a:stretch>
                <a:fillRect/>
              </a:stretch>
            </a:blipFill>
          </p:spPr>
          <p:txBody>
            <a:bodyPr/>
            <a:lstStyle/>
            <a:p>
              <a:endParaRPr lang="en-AU"/>
            </a:p>
          </p:txBody>
        </p:sp>
        <p:sp>
          <p:nvSpPr>
            <p:cNvPr id="7" name="Freeform 7"/>
            <p:cNvSpPr/>
            <p:nvPr/>
          </p:nvSpPr>
          <p:spPr>
            <a:xfrm>
              <a:off x="0" y="6693468"/>
              <a:ext cx="7502663" cy="7502663"/>
            </a:xfrm>
            <a:custGeom>
              <a:avLst/>
              <a:gdLst/>
              <a:ahLst/>
              <a:cxnLst/>
              <a:rect l="l" t="t" r="r" b="b"/>
              <a:pathLst>
                <a:path w="7502663" h="7502663">
                  <a:moveTo>
                    <a:pt x="0" y="0"/>
                  </a:moveTo>
                  <a:lnTo>
                    <a:pt x="7502663" y="0"/>
                  </a:lnTo>
                  <a:lnTo>
                    <a:pt x="7502663" y="7502663"/>
                  </a:lnTo>
                  <a:lnTo>
                    <a:pt x="0" y="7502663"/>
                  </a:lnTo>
                  <a:lnTo>
                    <a:pt x="0" y="0"/>
                  </a:lnTo>
                  <a:close/>
                </a:path>
              </a:pathLst>
            </a:custGeom>
            <a:blipFill>
              <a:blip r:embed="rId2"/>
              <a:stretch>
                <a:fillRect/>
              </a:stretch>
            </a:blipFill>
          </p:spPr>
          <p:txBody>
            <a:bodyPr/>
            <a:lstStyle/>
            <a:p>
              <a:endParaRPr lang="en-AU"/>
            </a:p>
          </p:txBody>
        </p:sp>
        <p:sp>
          <p:nvSpPr>
            <p:cNvPr id="8" name="Freeform 8"/>
            <p:cNvSpPr/>
            <p:nvPr/>
          </p:nvSpPr>
          <p:spPr>
            <a:xfrm>
              <a:off x="13551351" y="6693468"/>
              <a:ext cx="7502663" cy="7502663"/>
            </a:xfrm>
            <a:custGeom>
              <a:avLst/>
              <a:gdLst/>
              <a:ahLst/>
              <a:cxnLst/>
              <a:rect l="l" t="t" r="r" b="b"/>
              <a:pathLst>
                <a:path w="7502663" h="7502663">
                  <a:moveTo>
                    <a:pt x="0" y="0"/>
                  </a:moveTo>
                  <a:lnTo>
                    <a:pt x="7502663" y="0"/>
                  </a:lnTo>
                  <a:lnTo>
                    <a:pt x="7502663" y="7502663"/>
                  </a:lnTo>
                  <a:lnTo>
                    <a:pt x="0" y="7502663"/>
                  </a:lnTo>
                  <a:lnTo>
                    <a:pt x="0" y="0"/>
                  </a:lnTo>
                  <a:close/>
                </a:path>
              </a:pathLst>
            </a:custGeom>
            <a:blipFill>
              <a:blip r:embed="rId2"/>
              <a:stretch>
                <a:fillRect/>
              </a:stretch>
            </a:blipFill>
          </p:spPr>
          <p:txBody>
            <a:bodyPr/>
            <a:lstStyle/>
            <a:p>
              <a:endParaRPr lang="en-AU"/>
            </a:p>
          </p:txBody>
        </p:sp>
        <p:sp>
          <p:nvSpPr>
            <p:cNvPr id="9" name="Freeform 9"/>
            <p:cNvSpPr/>
            <p:nvPr/>
          </p:nvSpPr>
          <p:spPr>
            <a:xfrm>
              <a:off x="6778543" y="6693468"/>
              <a:ext cx="7502663" cy="7502663"/>
            </a:xfrm>
            <a:custGeom>
              <a:avLst/>
              <a:gdLst/>
              <a:ahLst/>
              <a:cxnLst/>
              <a:rect l="l" t="t" r="r" b="b"/>
              <a:pathLst>
                <a:path w="7502663" h="7502663">
                  <a:moveTo>
                    <a:pt x="0" y="0"/>
                  </a:moveTo>
                  <a:lnTo>
                    <a:pt x="7502663" y="0"/>
                  </a:lnTo>
                  <a:lnTo>
                    <a:pt x="7502663" y="7502663"/>
                  </a:lnTo>
                  <a:lnTo>
                    <a:pt x="0" y="7502663"/>
                  </a:lnTo>
                  <a:lnTo>
                    <a:pt x="0" y="0"/>
                  </a:lnTo>
                  <a:close/>
                </a:path>
              </a:pathLst>
            </a:custGeom>
            <a:blipFill>
              <a:blip r:embed="rId2"/>
              <a:stretch>
                <a:fillRect/>
              </a:stretch>
            </a:blipFill>
          </p:spPr>
          <p:txBody>
            <a:bodyPr/>
            <a:lstStyle/>
            <a:p>
              <a:endParaRPr lang="en-AU"/>
            </a:p>
          </p:txBody>
        </p:sp>
        <p:sp>
          <p:nvSpPr>
            <p:cNvPr id="10" name="Freeform 10"/>
            <p:cNvSpPr/>
            <p:nvPr/>
          </p:nvSpPr>
          <p:spPr>
            <a:xfrm>
              <a:off x="20329894" y="6693468"/>
              <a:ext cx="7502663" cy="7502663"/>
            </a:xfrm>
            <a:custGeom>
              <a:avLst/>
              <a:gdLst/>
              <a:ahLst/>
              <a:cxnLst/>
              <a:rect l="l" t="t" r="r" b="b"/>
              <a:pathLst>
                <a:path w="7502663" h="7502663">
                  <a:moveTo>
                    <a:pt x="0" y="0"/>
                  </a:moveTo>
                  <a:lnTo>
                    <a:pt x="7502663" y="0"/>
                  </a:lnTo>
                  <a:lnTo>
                    <a:pt x="7502663" y="7502663"/>
                  </a:lnTo>
                  <a:lnTo>
                    <a:pt x="0" y="7502663"/>
                  </a:lnTo>
                  <a:lnTo>
                    <a:pt x="0" y="0"/>
                  </a:lnTo>
                  <a:close/>
                </a:path>
              </a:pathLst>
            </a:custGeom>
            <a:blipFill>
              <a:blip r:embed="rId2"/>
              <a:stretch>
                <a:fillRect/>
              </a:stretch>
            </a:blipFill>
          </p:spPr>
          <p:txBody>
            <a:bodyPr/>
            <a:lstStyle/>
            <a:p>
              <a:endParaRPr lang="en-AU"/>
            </a:p>
          </p:txBody>
        </p:sp>
      </p:grpSp>
      <p:grpSp>
        <p:nvGrpSpPr>
          <p:cNvPr id="11" name="Group 11"/>
          <p:cNvGrpSpPr/>
          <p:nvPr/>
        </p:nvGrpSpPr>
        <p:grpSpPr>
          <a:xfrm>
            <a:off x="2039763" y="667559"/>
            <a:ext cx="14208474" cy="1266308"/>
            <a:chOff x="0" y="0"/>
            <a:chExt cx="3846124" cy="342780"/>
          </a:xfrm>
        </p:grpSpPr>
        <p:sp>
          <p:nvSpPr>
            <p:cNvPr id="12" name="Freeform 12"/>
            <p:cNvSpPr/>
            <p:nvPr/>
          </p:nvSpPr>
          <p:spPr>
            <a:xfrm>
              <a:off x="0" y="0"/>
              <a:ext cx="3846124" cy="342780"/>
            </a:xfrm>
            <a:custGeom>
              <a:avLst/>
              <a:gdLst/>
              <a:ahLst/>
              <a:cxnLst/>
              <a:rect l="l" t="t" r="r" b="b"/>
              <a:pathLst>
                <a:path w="3846124" h="342780">
                  <a:moveTo>
                    <a:pt x="13622" y="0"/>
                  </a:moveTo>
                  <a:lnTo>
                    <a:pt x="3832502" y="0"/>
                  </a:lnTo>
                  <a:cubicBezTo>
                    <a:pt x="3836115" y="0"/>
                    <a:pt x="3839580" y="1435"/>
                    <a:pt x="3842134" y="3990"/>
                  </a:cubicBezTo>
                  <a:cubicBezTo>
                    <a:pt x="3844689" y="6544"/>
                    <a:pt x="3846124" y="10009"/>
                    <a:pt x="3846124" y="13622"/>
                  </a:cubicBezTo>
                  <a:lnTo>
                    <a:pt x="3846124" y="329158"/>
                  </a:lnTo>
                  <a:cubicBezTo>
                    <a:pt x="3846124" y="336681"/>
                    <a:pt x="3840025" y="342780"/>
                    <a:pt x="3832502" y="342780"/>
                  </a:cubicBezTo>
                  <a:lnTo>
                    <a:pt x="13622" y="342780"/>
                  </a:lnTo>
                  <a:cubicBezTo>
                    <a:pt x="10009" y="342780"/>
                    <a:pt x="6544" y="341345"/>
                    <a:pt x="3990" y="338790"/>
                  </a:cubicBezTo>
                  <a:cubicBezTo>
                    <a:pt x="1435" y="336235"/>
                    <a:pt x="0" y="332771"/>
                    <a:pt x="0" y="329158"/>
                  </a:cubicBezTo>
                  <a:lnTo>
                    <a:pt x="0" y="13622"/>
                  </a:lnTo>
                  <a:cubicBezTo>
                    <a:pt x="0" y="10009"/>
                    <a:pt x="1435" y="6544"/>
                    <a:pt x="3990" y="3990"/>
                  </a:cubicBezTo>
                  <a:cubicBezTo>
                    <a:pt x="6544" y="1435"/>
                    <a:pt x="10009" y="0"/>
                    <a:pt x="13622" y="0"/>
                  </a:cubicBezTo>
                  <a:close/>
                </a:path>
              </a:pathLst>
            </a:custGeom>
            <a:solidFill>
              <a:srgbClr val="FFFFFF"/>
            </a:solidFill>
          </p:spPr>
          <p:txBody>
            <a:bodyPr/>
            <a:lstStyle/>
            <a:p>
              <a:endParaRPr lang="en-AU"/>
            </a:p>
          </p:txBody>
        </p:sp>
        <p:sp>
          <p:nvSpPr>
            <p:cNvPr id="13" name="TextBox 13"/>
            <p:cNvSpPr txBox="1"/>
            <p:nvPr/>
          </p:nvSpPr>
          <p:spPr>
            <a:xfrm>
              <a:off x="0" y="-47625"/>
              <a:ext cx="3846124" cy="390405"/>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1028700" y="3806092"/>
            <a:ext cx="2931553" cy="5510948"/>
            <a:chOff x="0" y="0"/>
            <a:chExt cx="837252" cy="1573927"/>
          </a:xfrm>
        </p:grpSpPr>
        <p:sp>
          <p:nvSpPr>
            <p:cNvPr id="15" name="Freeform 15"/>
            <p:cNvSpPr/>
            <p:nvPr/>
          </p:nvSpPr>
          <p:spPr>
            <a:xfrm>
              <a:off x="0" y="0"/>
              <a:ext cx="837252" cy="1573927"/>
            </a:xfrm>
            <a:custGeom>
              <a:avLst/>
              <a:gdLst/>
              <a:ahLst/>
              <a:cxnLst/>
              <a:rect l="l" t="t" r="r" b="b"/>
              <a:pathLst>
                <a:path w="837252" h="1573927">
                  <a:moveTo>
                    <a:pt x="66022" y="0"/>
                  </a:moveTo>
                  <a:lnTo>
                    <a:pt x="771229" y="0"/>
                  </a:lnTo>
                  <a:cubicBezTo>
                    <a:pt x="788739" y="0"/>
                    <a:pt x="805533" y="6956"/>
                    <a:pt x="817914" y="19337"/>
                  </a:cubicBezTo>
                  <a:cubicBezTo>
                    <a:pt x="830296" y="31719"/>
                    <a:pt x="837252" y="48512"/>
                    <a:pt x="837252" y="66022"/>
                  </a:cubicBezTo>
                  <a:lnTo>
                    <a:pt x="837252" y="1507905"/>
                  </a:lnTo>
                  <a:cubicBezTo>
                    <a:pt x="837252" y="1544368"/>
                    <a:pt x="807692" y="1573927"/>
                    <a:pt x="771229" y="1573927"/>
                  </a:cubicBezTo>
                  <a:lnTo>
                    <a:pt x="66022" y="1573927"/>
                  </a:lnTo>
                  <a:cubicBezTo>
                    <a:pt x="29559" y="1573927"/>
                    <a:pt x="0" y="1544368"/>
                    <a:pt x="0" y="1507905"/>
                  </a:cubicBezTo>
                  <a:lnTo>
                    <a:pt x="0" y="66022"/>
                  </a:lnTo>
                  <a:cubicBezTo>
                    <a:pt x="0" y="29559"/>
                    <a:pt x="29559" y="0"/>
                    <a:pt x="66022" y="0"/>
                  </a:cubicBezTo>
                  <a:close/>
                </a:path>
              </a:pathLst>
            </a:custGeom>
            <a:solidFill>
              <a:srgbClr val="DBE8EB"/>
            </a:solidFill>
          </p:spPr>
          <p:txBody>
            <a:bodyPr/>
            <a:lstStyle/>
            <a:p>
              <a:endParaRPr lang="en-AU"/>
            </a:p>
          </p:txBody>
        </p:sp>
        <p:sp>
          <p:nvSpPr>
            <p:cNvPr id="16" name="TextBox 16"/>
            <p:cNvSpPr txBox="1"/>
            <p:nvPr/>
          </p:nvSpPr>
          <p:spPr>
            <a:xfrm>
              <a:off x="0" y="-47625"/>
              <a:ext cx="837252" cy="1621552"/>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a:off x="1028700" y="2476793"/>
            <a:ext cx="2931553" cy="843289"/>
            <a:chOff x="0" y="0"/>
            <a:chExt cx="837252" cy="240843"/>
          </a:xfrm>
        </p:grpSpPr>
        <p:sp>
          <p:nvSpPr>
            <p:cNvPr id="18" name="Freeform 18"/>
            <p:cNvSpPr/>
            <p:nvPr/>
          </p:nvSpPr>
          <p:spPr>
            <a:xfrm>
              <a:off x="0" y="0"/>
              <a:ext cx="837252" cy="240843"/>
            </a:xfrm>
            <a:custGeom>
              <a:avLst/>
              <a:gdLst/>
              <a:ahLst/>
              <a:cxnLst/>
              <a:rect l="l" t="t" r="r" b="b"/>
              <a:pathLst>
                <a:path w="837252" h="240843">
                  <a:moveTo>
                    <a:pt x="66022" y="0"/>
                  </a:moveTo>
                  <a:lnTo>
                    <a:pt x="771229" y="0"/>
                  </a:lnTo>
                  <a:cubicBezTo>
                    <a:pt x="788739" y="0"/>
                    <a:pt x="805533" y="6956"/>
                    <a:pt x="817914" y="19337"/>
                  </a:cubicBezTo>
                  <a:cubicBezTo>
                    <a:pt x="830296" y="31719"/>
                    <a:pt x="837252" y="48512"/>
                    <a:pt x="837252" y="66022"/>
                  </a:cubicBezTo>
                  <a:lnTo>
                    <a:pt x="837252" y="174821"/>
                  </a:lnTo>
                  <a:cubicBezTo>
                    <a:pt x="837252" y="211284"/>
                    <a:pt x="807692" y="240843"/>
                    <a:pt x="771229" y="240843"/>
                  </a:cubicBezTo>
                  <a:lnTo>
                    <a:pt x="66022" y="240843"/>
                  </a:lnTo>
                  <a:cubicBezTo>
                    <a:pt x="29559" y="240843"/>
                    <a:pt x="0" y="211284"/>
                    <a:pt x="0" y="174821"/>
                  </a:cubicBezTo>
                  <a:lnTo>
                    <a:pt x="0" y="66022"/>
                  </a:lnTo>
                  <a:cubicBezTo>
                    <a:pt x="0" y="29559"/>
                    <a:pt x="29559" y="0"/>
                    <a:pt x="66022" y="0"/>
                  </a:cubicBezTo>
                  <a:close/>
                </a:path>
              </a:pathLst>
            </a:custGeom>
            <a:solidFill>
              <a:srgbClr val="70A6AF"/>
            </a:solidFill>
          </p:spPr>
          <p:txBody>
            <a:bodyPr/>
            <a:lstStyle/>
            <a:p>
              <a:endParaRPr lang="en-AU"/>
            </a:p>
          </p:txBody>
        </p:sp>
        <p:sp>
          <p:nvSpPr>
            <p:cNvPr id="19" name="TextBox 19"/>
            <p:cNvSpPr txBox="1"/>
            <p:nvPr/>
          </p:nvSpPr>
          <p:spPr>
            <a:xfrm>
              <a:off x="0" y="-47625"/>
              <a:ext cx="837252" cy="288468"/>
            </a:xfrm>
            <a:prstGeom prst="rect">
              <a:avLst/>
            </a:prstGeom>
          </p:spPr>
          <p:txBody>
            <a:bodyPr lIns="50800" tIns="50800" rIns="50800" bIns="50800" rtlCol="0" anchor="ctr"/>
            <a:lstStyle/>
            <a:p>
              <a:pPr algn="ctr">
                <a:lnSpc>
                  <a:spcPts val="2659"/>
                </a:lnSpc>
              </a:pPr>
              <a:endParaRPr/>
            </a:p>
          </p:txBody>
        </p:sp>
      </p:grpSp>
      <p:grpSp>
        <p:nvGrpSpPr>
          <p:cNvPr id="20" name="Group 20"/>
          <p:cNvGrpSpPr/>
          <p:nvPr/>
        </p:nvGrpSpPr>
        <p:grpSpPr>
          <a:xfrm>
            <a:off x="7625021" y="2476793"/>
            <a:ext cx="2931553" cy="843289"/>
            <a:chOff x="0" y="0"/>
            <a:chExt cx="837252" cy="240843"/>
          </a:xfrm>
        </p:grpSpPr>
        <p:sp>
          <p:nvSpPr>
            <p:cNvPr id="21" name="Freeform 21"/>
            <p:cNvSpPr/>
            <p:nvPr/>
          </p:nvSpPr>
          <p:spPr>
            <a:xfrm>
              <a:off x="0" y="0"/>
              <a:ext cx="837252" cy="240843"/>
            </a:xfrm>
            <a:custGeom>
              <a:avLst/>
              <a:gdLst/>
              <a:ahLst/>
              <a:cxnLst/>
              <a:rect l="l" t="t" r="r" b="b"/>
              <a:pathLst>
                <a:path w="837252" h="240843">
                  <a:moveTo>
                    <a:pt x="66022" y="0"/>
                  </a:moveTo>
                  <a:lnTo>
                    <a:pt x="771229" y="0"/>
                  </a:lnTo>
                  <a:cubicBezTo>
                    <a:pt x="788739" y="0"/>
                    <a:pt x="805533" y="6956"/>
                    <a:pt x="817914" y="19337"/>
                  </a:cubicBezTo>
                  <a:cubicBezTo>
                    <a:pt x="830296" y="31719"/>
                    <a:pt x="837252" y="48512"/>
                    <a:pt x="837252" y="66022"/>
                  </a:cubicBezTo>
                  <a:lnTo>
                    <a:pt x="837252" y="174821"/>
                  </a:lnTo>
                  <a:cubicBezTo>
                    <a:pt x="837252" y="211284"/>
                    <a:pt x="807692" y="240843"/>
                    <a:pt x="771229" y="240843"/>
                  </a:cubicBezTo>
                  <a:lnTo>
                    <a:pt x="66022" y="240843"/>
                  </a:lnTo>
                  <a:cubicBezTo>
                    <a:pt x="29559" y="240843"/>
                    <a:pt x="0" y="211284"/>
                    <a:pt x="0" y="174821"/>
                  </a:cubicBezTo>
                  <a:lnTo>
                    <a:pt x="0" y="66022"/>
                  </a:lnTo>
                  <a:cubicBezTo>
                    <a:pt x="0" y="29559"/>
                    <a:pt x="29559" y="0"/>
                    <a:pt x="66022" y="0"/>
                  </a:cubicBezTo>
                  <a:close/>
                </a:path>
              </a:pathLst>
            </a:custGeom>
            <a:solidFill>
              <a:srgbClr val="70A6AF"/>
            </a:solidFill>
          </p:spPr>
          <p:txBody>
            <a:bodyPr/>
            <a:lstStyle/>
            <a:p>
              <a:endParaRPr lang="en-AU"/>
            </a:p>
          </p:txBody>
        </p:sp>
        <p:sp>
          <p:nvSpPr>
            <p:cNvPr id="22" name="TextBox 22"/>
            <p:cNvSpPr txBox="1"/>
            <p:nvPr/>
          </p:nvSpPr>
          <p:spPr>
            <a:xfrm>
              <a:off x="0" y="-47625"/>
              <a:ext cx="837252" cy="288468"/>
            </a:xfrm>
            <a:prstGeom prst="rect">
              <a:avLst/>
            </a:prstGeom>
          </p:spPr>
          <p:txBody>
            <a:bodyPr lIns="50800" tIns="50800" rIns="50800" bIns="50800" rtlCol="0" anchor="ctr"/>
            <a:lstStyle/>
            <a:p>
              <a:pPr algn="ctr">
                <a:lnSpc>
                  <a:spcPts val="2659"/>
                </a:lnSpc>
              </a:pPr>
              <a:endParaRPr/>
            </a:p>
          </p:txBody>
        </p:sp>
      </p:grpSp>
      <p:grpSp>
        <p:nvGrpSpPr>
          <p:cNvPr id="23" name="Group 23"/>
          <p:cNvGrpSpPr/>
          <p:nvPr/>
        </p:nvGrpSpPr>
        <p:grpSpPr>
          <a:xfrm>
            <a:off x="4326860" y="2476793"/>
            <a:ext cx="2931553" cy="843289"/>
            <a:chOff x="0" y="0"/>
            <a:chExt cx="837252" cy="240843"/>
          </a:xfrm>
        </p:grpSpPr>
        <p:sp>
          <p:nvSpPr>
            <p:cNvPr id="24" name="Freeform 24"/>
            <p:cNvSpPr/>
            <p:nvPr/>
          </p:nvSpPr>
          <p:spPr>
            <a:xfrm>
              <a:off x="0" y="0"/>
              <a:ext cx="837252" cy="240843"/>
            </a:xfrm>
            <a:custGeom>
              <a:avLst/>
              <a:gdLst/>
              <a:ahLst/>
              <a:cxnLst/>
              <a:rect l="l" t="t" r="r" b="b"/>
              <a:pathLst>
                <a:path w="837252" h="240843">
                  <a:moveTo>
                    <a:pt x="66022" y="0"/>
                  </a:moveTo>
                  <a:lnTo>
                    <a:pt x="771229" y="0"/>
                  </a:lnTo>
                  <a:cubicBezTo>
                    <a:pt x="788739" y="0"/>
                    <a:pt x="805533" y="6956"/>
                    <a:pt x="817914" y="19337"/>
                  </a:cubicBezTo>
                  <a:cubicBezTo>
                    <a:pt x="830296" y="31719"/>
                    <a:pt x="837252" y="48512"/>
                    <a:pt x="837252" y="66022"/>
                  </a:cubicBezTo>
                  <a:lnTo>
                    <a:pt x="837252" y="174821"/>
                  </a:lnTo>
                  <a:cubicBezTo>
                    <a:pt x="837252" y="211284"/>
                    <a:pt x="807692" y="240843"/>
                    <a:pt x="771229" y="240843"/>
                  </a:cubicBezTo>
                  <a:lnTo>
                    <a:pt x="66022" y="240843"/>
                  </a:lnTo>
                  <a:cubicBezTo>
                    <a:pt x="29559" y="240843"/>
                    <a:pt x="0" y="211284"/>
                    <a:pt x="0" y="174821"/>
                  </a:cubicBezTo>
                  <a:lnTo>
                    <a:pt x="0" y="66022"/>
                  </a:lnTo>
                  <a:cubicBezTo>
                    <a:pt x="0" y="29559"/>
                    <a:pt x="29559" y="0"/>
                    <a:pt x="66022" y="0"/>
                  </a:cubicBezTo>
                  <a:close/>
                </a:path>
              </a:pathLst>
            </a:custGeom>
            <a:solidFill>
              <a:srgbClr val="70A6AF"/>
            </a:solidFill>
          </p:spPr>
          <p:txBody>
            <a:bodyPr/>
            <a:lstStyle/>
            <a:p>
              <a:endParaRPr lang="en-AU"/>
            </a:p>
          </p:txBody>
        </p:sp>
        <p:sp>
          <p:nvSpPr>
            <p:cNvPr id="25" name="TextBox 25"/>
            <p:cNvSpPr txBox="1"/>
            <p:nvPr/>
          </p:nvSpPr>
          <p:spPr>
            <a:xfrm>
              <a:off x="0" y="-47625"/>
              <a:ext cx="837252" cy="288468"/>
            </a:xfrm>
            <a:prstGeom prst="rect">
              <a:avLst/>
            </a:prstGeom>
          </p:spPr>
          <p:txBody>
            <a:bodyPr lIns="50800" tIns="50800" rIns="50800" bIns="50800" rtlCol="0" anchor="ctr"/>
            <a:lstStyle/>
            <a:p>
              <a:pPr algn="ctr">
                <a:lnSpc>
                  <a:spcPts val="2659"/>
                </a:lnSpc>
              </a:pPr>
              <a:endParaRPr/>
            </a:p>
          </p:txBody>
        </p:sp>
      </p:grpSp>
      <p:grpSp>
        <p:nvGrpSpPr>
          <p:cNvPr id="26" name="Group 26"/>
          <p:cNvGrpSpPr/>
          <p:nvPr/>
        </p:nvGrpSpPr>
        <p:grpSpPr>
          <a:xfrm>
            <a:off x="10923181" y="2476793"/>
            <a:ext cx="2931553" cy="843289"/>
            <a:chOff x="0" y="0"/>
            <a:chExt cx="837252" cy="240843"/>
          </a:xfrm>
        </p:grpSpPr>
        <p:sp>
          <p:nvSpPr>
            <p:cNvPr id="27" name="Freeform 27"/>
            <p:cNvSpPr/>
            <p:nvPr/>
          </p:nvSpPr>
          <p:spPr>
            <a:xfrm>
              <a:off x="0" y="0"/>
              <a:ext cx="837252" cy="240843"/>
            </a:xfrm>
            <a:custGeom>
              <a:avLst/>
              <a:gdLst/>
              <a:ahLst/>
              <a:cxnLst/>
              <a:rect l="l" t="t" r="r" b="b"/>
              <a:pathLst>
                <a:path w="837252" h="240843">
                  <a:moveTo>
                    <a:pt x="66022" y="0"/>
                  </a:moveTo>
                  <a:lnTo>
                    <a:pt x="771229" y="0"/>
                  </a:lnTo>
                  <a:cubicBezTo>
                    <a:pt x="788739" y="0"/>
                    <a:pt x="805533" y="6956"/>
                    <a:pt x="817914" y="19337"/>
                  </a:cubicBezTo>
                  <a:cubicBezTo>
                    <a:pt x="830296" y="31719"/>
                    <a:pt x="837252" y="48512"/>
                    <a:pt x="837252" y="66022"/>
                  </a:cubicBezTo>
                  <a:lnTo>
                    <a:pt x="837252" y="174821"/>
                  </a:lnTo>
                  <a:cubicBezTo>
                    <a:pt x="837252" y="211284"/>
                    <a:pt x="807692" y="240843"/>
                    <a:pt x="771229" y="240843"/>
                  </a:cubicBezTo>
                  <a:lnTo>
                    <a:pt x="66022" y="240843"/>
                  </a:lnTo>
                  <a:cubicBezTo>
                    <a:pt x="29559" y="240843"/>
                    <a:pt x="0" y="211284"/>
                    <a:pt x="0" y="174821"/>
                  </a:cubicBezTo>
                  <a:lnTo>
                    <a:pt x="0" y="66022"/>
                  </a:lnTo>
                  <a:cubicBezTo>
                    <a:pt x="0" y="29559"/>
                    <a:pt x="29559" y="0"/>
                    <a:pt x="66022" y="0"/>
                  </a:cubicBezTo>
                  <a:close/>
                </a:path>
              </a:pathLst>
            </a:custGeom>
            <a:solidFill>
              <a:srgbClr val="70A6AF"/>
            </a:solidFill>
          </p:spPr>
          <p:txBody>
            <a:bodyPr/>
            <a:lstStyle/>
            <a:p>
              <a:endParaRPr lang="en-AU"/>
            </a:p>
          </p:txBody>
        </p:sp>
        <p:sp>
          <p:nvSpPr>
            <p:cNvPr id="28" name="TextBox 28"/>
            <p:cNvSpPr txBox="1"/>
            <p:nvPr/>
          </p:nvSpPr>
          <p:spPr>
            <a:xfrm>
              <a:off x="0" y="-47625"/>
              <a:ext cx="837252" cy="288468"/>
            </a:xfrm>
            <a:prstGeom prst="rect">
              <a:avLst/>
            </a:prstGeom>
          </p:spPr>
          <p:txBody>
            <a:bodyPr lIns="50800" tIns="50800" rIns="50800" bIns="50800" rtlCol="0" anchor="ctr"/>
            <a:lstStyle/>
            <a:p>
              <a:pPr algn="ctr">
                <a:lnSpc>
                  <a:spcPts val="2659"/>
                </a:lnSpc>
              </a:pPr>
              <a:endParaRPr/>
            </a:p>
          </p:txBody>
        </p:sp>
      </p:grpSp>
      <p:grpSp>
        <p:nvGrpSpPr>
          <p:cNvPr id="29" name="Group 29"/>
          <p:cNvGrpSpPr/>
          <p:nvPr/>
        </p:nvGrpSpPr>
        <p:grpSpPr>
          <a:xfrm>
            <a:off x="14221342" y="2476793"/>
            <a:ext cx="2931553" cy="843289"/>
            <a:chOff x="0" y="0"/>
            <a:chExt cx="837252" cy="240843"/>
          </a:xfrm>
        </p:grpSpPr>
        <p:sp>
          <p:nvSpPr>
            <p:cNvPr id="30" name="Freeform 30"/>
            <p:cNvSpPr/>
            <p:nvPr/>
          </p:nvSpPr>
          <p:spPr>
            <a:xfrm>
              <a:off x="0" y="0"/>
              <a:ext cx="837252" cy="240843"/>
            </a:xfrm>
            <a:custGeom>
              <a:avLst/>
              <a:gdLst/>
              <a:ahLst/>
              <a:cxnLst/>
              <a:rect l="l" t="t" r="r" b="b"/>
              <a:pathLst>
                <a:path w="837252" h="240843">
                  <a:moveTo>
                    <a:pt x="66022" y="0"/>
                  </a:moveTo>
                  <a:lnTo>
                    <a:pt x="771229" y="0"/>
                  </a:lnTo>
                  <a:cubicBezTo>
                    <a:pt x="788739" y="0"/>
                    <a:pt x="805533" y="6956"/>
                    <a:pt x="817914" y="19337"/>
                  </a:cubicBezTo>
                  <a:cubicBezTo>
                    <a:pt x="830296" y="31719"/>
                    <a:pt x="837252" y="48512"/>
                    <a:pt x="837252" y="66022"/>
                  </a:cubicBezTo>
                  <a:lnTo>
                    <a:pt x="837252" y="174821"/>
                  </a:lnTo>
                  <a:cubicBezTo>
                    <a:pt x="837252" y="211284"/>
                    <a:pt x="807692" y="240843"/>
                    <a:pt x="771229" y="240843"/>
                  </a:cubicBezTo>
                  <a:lnTo>
                    <a:pt x="66022" y="240843"/>
                  </a:lnTo>
                  <a:cubicBezTo>
                    <a:pt x="29559" y="240843"/>
                    <a:pt x="0" y="211284"/>
                    <a:pt x="0" y="174821"/>
                  </a:cubicBezTo>
                  <a:lnTo>
                    <a:pt x="0" y="66022"/>
                  </a:lnTo>
                  <a:cubicBezTo>
                    <a:pt x="0" y="29559"/>
                    <a:pt x="29559" y="0"/>
                    <a:pt x="66022" y="0"/>
                  </a:cubicBezTo>
                  <a:close/>
                </a:path>
              </a:pathLst>
            </a:custGeom>
            <a:solidFill>
              <a:srgbClr val="70A6AF"/>
            </a:solidFill>
          </p:spPr>
          <p:txBody>
            <a:bodyPr/>
            <a:lstStyle/>
            <a:p>
              <a:endParaRPr lang="en-AU"/>
            </a:p>
          </p:txBody>
        </p:sp>
        <p:sp>
          <p:nvSpPr>
            <p:cNvPr id="31" name="TextBox 31"/>
            <p:cNvSpPr txBox="1"/>
            <p:nvPr/>
          </p:nvSpPr>
          <p:spPr>
            <a:xfrm>
              <a:off x="0" y="-47625"/>
              <a:ext cx="837252" cy="288468"/>
            </a:xfrm>
            <a:prstGeom prst="rect">
              <a:avLst/>
            </a:prstGeom>
          </p:spPr>
          <p:txBody>
            <a:bodyPr lIns="50800" tIns="50800" rIns="50800" bIns="50800" rtlCol="0" anchor="ctr"/>
            <a:lstStyle/>
            <a:p>
              <a:pPr algn="ctr">
                <a:lnSpc>
                  <a:spcPts val="2659"/>
                </a:lnSpc>
              </a:pPr>
              <a:endParaRPr/>
            </a:p>
          </p:txBody>
        </p:sp>
      </p:grpSp>
      <p:grpSp>
        <p:nvGrpSpPr>
          <p:cNvPr id="32" name="Group 32"/>
          <p:cNvGrpSpPr/>
          <p:nvPr/>
        </p:nvGrpSpPr>
        <p:grpSpPr>
          <a:xfrm>
            <a:off x="7586143" y="3806092"/>
            <a:ext cx="2931553" cy="5510948"/>
            <a:chOff x="0" y="0"/>
            <a:chExt cx="837252" cy="1573927"/>
          </a:xfrm>
        </p:grpSpPr>
        <p:sp>
          <p:nvSpPr>
            <p:cNvPr id="33" name="Freeform 33"/>
            <p:cNvSpPr/>
            <p:nvPr/>
          </p:nvSpPr>
          <p:spPr>
            <a:xfrm>
              <a:off x="0" y="0"/>
              <a:ext cx="837252" cy="1573927"/>
            </a:xfrm>
            <a:custGeom>
              <a:avLst/>
              <a:gdLst/>
              <a:ahLst/>
              <a:cxnLst/>
              <a:rect l="l" t="t" r="r" b="b"/>
              <a:pathLst>
                <a:path w="837252" h="1573927">
                  <a:moveTo>
                    <a:pt x="66022" y="0"/>
                  </a:moveTo>
                  <a:lnTo>
                    <a:pt x="771229" y="0"/>
                  </a:lnTo>
                  <a:cubicBezTo>
                    <a:pt x="788739" y="0"/>
                    <a:pt x="805533" y="6956"/>
                    <a:pt x="817914" y="19337"/>
                  </a:cubicBezTo>
                  <a:cubicBezTo>
                    <a:pt x="830296" y="31719"/>
                    <a:pt x="837252" y="48512"/>
                    <a:pt x="837252" y="66022"/>
                  </a:cubicBezTo>
                  <a:lnTo>
                    <a:pt x="837252" y="1507905"/>
                  </a:lnTo>
                  <a:cubicBezTo>
                    <a:pt x="837252" y="1544368"/>
                    <a:pt x="807692" y="1573927"/>
                    <a:pt x="771229" y="1573927"/>
                  </a:cubicBezTo>
                  <a:lnTo>
                    <a:pt x="66022" y="1573927"/>
                  </a:lnTo>
                  <a:cubicBezTo>
                    <a:pt x="29559" y="1573927"/>
                    <a:pt x="0" y="1544368"/>
                    <a:pt x="0" y="1507905"/>
                  </a:cubicBezTo>
                  <a:lnTo>
                    <a:pt x="0" y="66022"/>
                  </a:lnTo>
                  <a:cubicBezTo>
                    <a:pt x="0" y="29559"/>
                    <a:pt x="29559" y="0"/>
                    <a:pt x="66022" y="0"/>
                  </a:cubicBezTo>
                  <a:close/>
                </a:path>
              </a:pathLst>
            </a:custGeom>
            <a:solidFill>
              <a:srgbClr val="DBE8EB"/>
            </a:solidFill>
          </p:spPr>
          <p:txBody>
            <a:bodyPr/>
            <a:lstStyle/>
            <a:p>
              <a:endParaRPr lang="en-AU"/>
            </a:p>
          </p:txBody>
        </p:sp>
        <p:sp>
          <p:nvSpPr>
            <p:cNvPr id="34" name="TextBox 34"/>
            <p:cNvSpPr txBox="1"/>
            <p:nvPr/>
          </p:nvSpPr>
          <p:spPr>
            <a:xfrm>
              <a:off x="0" y="-47625"/>
              <a:ext cx="837252" cy="1621552"/>
            </a:xfrm>
            <a:prstGeom prst="rect">
              <a:avLst/>
            </a:prstGeom>
          </p:spPr>
          <p:txBody>
            <a:bodyPr lIns="50800" tIns="50800" rIns="50800" bIns="50800" rtlCol="0" anchor="ctr"/>
            <a:lstStyle/>
            <a:p>
              <a:pPr algn="ctr">
                <a:lnSpc>
                  <a:spcPts val="2659"/>
                </a:lnSpc>
              </a:pPr>
              <a:endParaRPr/>
            </a:p>
          </p:txBody>
        </p:sp>
      </p:grpSp>
      <p:grpSp>
        <p:nvGrpSpPr>
          <p:cNvPr id="35" name="Group 35"/>
          <p:cNvGrpSpPr/>
          <p:nvPr/>
        </p:nvGrpSpPr>
        <p:grpSpPr>
          <a:xfrm>
            <a:off x="4320381" y="3806092"/>
            <a:ext cx="2931553" cy="5510948"/>
            <a:chOff x="0" y="0"/>
            <a:chExt cx="837252" cy="1573927"/>
          </a:xfrm>
        </p:grpSpPr>
        <p:sp>
          <p:nvSpPr>
            <p:cNvPr id="36" name="Freeform 36"/>
            <p:cNvSpPr/>
            <p:nvPr/>
          </p:nvSpPr>
          <p:spPr>
            <a:xfrm>
              <a:off x="0" y="0"/>
              <a:ext cx="837252" cy="1573927"/>
            </a:xfrm>
            <a:custGeom>
              <a:avLst/>
              <a:gdLst/>
              <a:ahLst/>
              <a:cxnLst/>
              <a:rect l="l" t="t" r="r" b="b"/>
              <a:pathLst>
                <a:path w="837252" h="1573927">
                  <a:moveTo>
                    <a:pt x="66022" y="0"/>
                  </a:moveTo>
                  <a:lnTo>
                    <a:pt x="771229" y="0"/>
                  </a:lnTo>
                  <a:cubicBezTo>
                    <a:pt x="788739" y="0"/>
                    <a:pt x="805533" y="6956"/>
                    <a:pt x="817914" y="19337"/>
                  </a:cubicBezTo>
                  <a:cubicBezTo>
                    <a:pt x="830296" y="31719"/>
                    <a:pt x="837252" y="48512"/>
                    <a:pt x="837252" y="66022"/>
                  </a:cubicBezTo>
                  <a:lnTo>
                    <a:pt x="837252" y="1507905"/>
                  </a:lnTo>
                  <a:cubicBezTo>
                    <a:pt x="837252" y="1544368"/>
                    <a:pt x="807692" y="1573927"/>
                    <a:pt x="771229" y="1573927"/>
                  </a:cubicBezTo>
                  <a:lnTo>
                    <a:pt x="66022" y="1573927"/>
                  </a:lnTo>
                  <a:cubicBezTo>
                    <a:pt x="29559" y="1573927"/>
                    <a:pt x="0" y="1544368"/>
                    <a:pt x="0" y="1507905"/>
                  </a:cubicBezTo>
                  <a:lnTo>
                    <a:pt x="0" y="66022"/>
                  </a:lnTo>
                  <a:cubicBezTo>
                    <a:pt x="0" y="29559"/>
                    <a:pt x="29559" y="0"/>
                    <a:pt x="66022" y="0"/>
                  </a:cubicBezTo>
                  <a:close/>
                </a:path>
              </a:pathLst>
            </a:custGeom>
            <a:solidFill>
              <a:srgbClr val="DBE8EB"/>
            </a:solidFill>
          </p:spPr>
          <p:txBody>
            <a:bodyPr/>
            <a:lstStyle/>
            <a:p>
              <a:endParaRPr lang="en-AU"/>
            </a:p>
          </p:txBody>
        </p:sp>
        <p:sp>
          <p:nvSpPr>
            <p:cNvPr id="37" name="TextBox 37"/>
            <p:cNvSpPr txBox="1"/>
            <p:nvPr/>
          </p:nvSpPr>
          <p:spPr>
            <a:xfrm>
              <a:off x="0" y="-47625"/>
              <a:ext cx="837252" cy="1621552"/>
            </a:xfrm>
            <a:prstGeom prst="rect">
              <a:avLst/>
            </a:prstGeom>
          </p:spPr>
          <p:txBody>
            <a:bodyPr lIns="50800" tIns="50800" rIns="50800" bIns="50800" rtlCol="0" anchor="ctr"/>
            <a:lstStyle/>
            <a:p>
              <a:pPr algn="ctr">
                <a:lnSpc>
                  <a:spcPts val="2659"/>
                </a:lnSpc>
              </a:pPr>
              <a:endParaRPr/>
            </a:p>
          </p:txBody>
        </p:sp>
      </p:grpSp>
      <p:grpSp>
        <p:nvGrpSpPr>
          <p:cNvPr id="38" name="Group 38"/>
          <p:cNvGrpSpPr/>
          <p:nvPr/>
        </p:nvGrpSpPr>
        <p:grpSpPr>
          <a:xfrm>
            <a:off x="10877823" y="3806092"/>
            <a:ext cx="2931553" cy="5510948"/>
            <a:chOff x="0" y="0"/>
            <a:chExt cx="837252" cy="1573927"/>
          </a:xfrm>
        </p:grpSpPr>
        <p:sp>
          <p:nvSpPr>
            <p:cNvPr id="39" name="Freeform 39"/>
            <p:cNvSpPr/>
            <p:nvPr/>
          </p:nvSpPr>
          <p:spPr>
            <a:xfrm>
              <a:off x="0" y="0"/>
              <a:ext cx="837252" cy="1573927"/>
            </a:xfrm>
            <a:custGeom>
              <a:avLst/>
              <a:gdLst/>
              <a:ahLst/>
              <a:cxnLst/>
              <a:rect l="l" t="t" r="r" b="b"/>
              <a:pathLst>
                <a:path w="837252" h="1573927">
                  <a:moveTo>
                    <a:pt x="66022" y="0"/>
                  </a:moveTo>
                  <a:lnTo>
                    <a:pt x="771229" y="0"/>
                  </a:lnTo>
                  <a:cubicBezTo>
                    <a:pt x="788739" y="0"/>
                    <a:pt x="805533" y="6956"/>
                    <a:pt x="817914" y="19337"/>
                  </a:cubicBezTo>
                  <a:cubicBezTo>
                    <a:pt x="830296" y="31719"/>
                    <a:pt x="837252" y="48512"/>
                    <a:pt x="837252" y="66022"/>
                  </a:cubicBezTo>
                  <a:lnTo>
                    <a:pt x="837252" y="1507905"/>
                  </a:lnTo>
                  <a:cubicBezTo>
                    <a:pt x="837252" y="1544368"/>
                    <a:pt x="807692" y="1573927"/>
                    <a:pt x="771229" y="1573927"/>
                  </a:cubicBezTo>
                  <a:lnTo>
                    <a:pt x="66022" y="1573927"/>
                  </a:lnTo>
                  <a:cubicBezTo>
                    <a:pt x="29559" y="1573927"/>
                    <a:pt x="0" y="1544368"/>
                    <a:pt x="0" y="1507905"/>
                  </a:cubicBezTo>
                  <a:lnTo>
                    <a:pt x="0" y="66022"/>
                  </a:lnTo>
                  <a:cubicBezTo>
                    <a:pt x="0" y="29559"/>
                    <a:pt x="29559" y="0"/>
                    <a:pt x="66022" y="0"/>
                  </a:cubicBezTo>
                  <a:close/>
                </a:path>
              </a:pathLst>
            </a:custGeom>
            <a:solidFill>
              <a:srgbClr val="DBE8EB"/>
            </a:solidFill>
          </p:spPr>
          <p:txBody>
            <a:bodyPr/>
            <a:lstStyle/>
            <a:p>
              <a:endParaRPr lang="en-AU"/>
            </a:p>
          </p:txBody>
        </p:sp>
        <p:sp>
          <p:nvSpPr>
            <p:cNvPr id="40" name="TextBox 40"/>
            <p:cNvSpPr txBox="1"/>
            <p:nvPr/>
          </p:nvSpPr>
          <p:spPr>
            <a:xfrm>
              <a:off x="0" y="-47625"/>
              <a:ext cx="837252" cy="1621552"/>
            </a:xfrm>
            <a:prstGeom prst="rect">
              <a:avLst/>
            </a:prstGeom>
          </p:spPr>
          <p:txBody>
            <a:bodyPr lIns="50800" tIns="50800" rIns="50800" bIns="50800" rtlCol="0" anchor="ctr"/>
            <a:lstStyle/>
            <a:p>
              <a:pPr algn="ctr">
                <a:lnSpc>
                  <a:spcPts val="2659"/>
                </a:lnSpc>
              </a:pPr>
              <a:endParaRPr/>
            </a:p>
          </p:txBody>
        </p:sp>
      </p:grpSp>
      <p:grpSp>
        <p:nvGrpSpPr>
          <p:cNvPr id="41" name="Group 41"/>
          <p:cNvGrpSpPr/>
          <p:nvPr/>
        </p:nvGrpSpPr>
        <p:grpSpPr>
          <a:xfrm>
            <a:off x="14221342" y="3806092"/>
            <a:ext cx="2931553" cy="5510948"/>
            <a:chOff x="0" y="0"/>
            <a:chExt cx="837252" cy="1573927"/>
          </a:xfrm>
        </p:grpSpPr>
        <p:sp>
          <p:nvSpPr>
            <p:cNvPr id="42" name="Freeform 42"/>
            <p:cNvSpPr/>
            <p:nvPr/>
          </p:nvSpPr>
          <p:spPr>
            <a:xfrm>
              <a:off x="0" y="0"/>
              <a:ext cx="837252" cy="1573927"/>
            </a:xfrm>
            <a:custGeom>
              <a:avLst/>
              <a:gdLst/>
              <a:ahLst/>
              <a:cxnLst/>
              <a:rect l="l" t="t" r="r" b="b"/>
              <a:pathLst>
                <a:path w="837252" h="1573927">
                  <a:moveTo>
                    <a:pt x="66022" y="0"/>
                  </a:moveTo>
                  <a:lnTo>
                    <a:pt x="771229" y="0"/>
                  </a:lnTo>
                  <a:cubicBezTo>
                    <a:pt x="788739" y="0"/>
                    <a:pt x="805533" y="6956"/>
                    <a:pt x="817914" y="19337"/>
                  </a:cubicBezTo>
                  <a:cubicBezTo>
                    <a:pt x="830296" y="31719"/>
                    <a:pt x="837252" y="48512"/>
                    <a:pt x="837252" y="66022"/>
                  </a:cubicBezTo>
                  <a:lnTo>
                    <a:pt x="837252" y="1507905"/>
                  </a:lnTo>
                  <a:cubicBezTo>
                    <a:pt x="837252" y="1544368"/>
                    <a:pt x="807692" y="1573927"/>
                    <a:pt x="771229" y="1573927"/>
                  </a:cubicBezTo>
                  <a:lnTo>
                    <a:pt x="66022" y="1573927"/>
                  </a:lnTo>
                  <a:cubicBezTo>
                    <a:pt x="29559" y="1573927"/>
                    <a:pt x="0" y="1544368"/>
                    <a:pt x="0" y="1507905"/>
                  </a:cubicBezTo>
                  <a:lnTo>
                    <a:pt x="0" y="66022"/>
                  </a:lnTo>
                  <a:cubicBezTo>
                    <a:pt x="0" y="29559"/>
                    <a:pt x="29559" y="0"/>
                    <a:pt x="66022" y="0"/>
                  </a:cubicBezTo>
                  <a:close/>
                </a:path>
              </a:pathLst>
            </a:custGeom>
            <a:solidFill>
              <a:srgbClr val="DBE8EB"/>
            </a:solidFill>
          </p:spPr>
          <p:txBody>
            <a:bodyPr/>
            <a:lstStyle/>
            <a:p>
              <a:endParaRPr lang="en-AU"/>
            </a:p>
          </p:txBody>
        </p:sp>
        <p:sp>
          <p:nvSpPr>
            <p:cNvPr id="43" name="TextBox 43"/>
            <p:cNvSpPr txBox="1"/>
            <p:nvPr/>
          </p:nvSpPr>
          <p:spPr>
            <a:xfrm>
              <a:off x="0" y="-47625"/>
              <a:ext cx="837252" cy="1621552"/>
            </a:xfrm>
            <a:prstGeom prst="rect">
              <a:avLst/>
            </a:prstGeom>
          </p:spPr>
          <p:txBody>
            <a:bodyPr lIns="50800" tIns="50800" rIns="50800" bIns="50800" rtlCol="0" anchor="ctr"/>
            <a:lstStyle/>
            <a:p>
              <a:pPr algn="l">
                <a:lnSpc>
                  <a:spcPts val="2659"/>
                </a:lnSpc>
              </a:pPr>
              <a:endParaRPr/>
            </a:p>
          </p:txBody>
        </p:sp>
      </p:grpSp>
      <p:sp>
        <p:nvSpPr>
          <p:cNvPr id="44" name="Freeform 44"/>
          <p:cNvSpPr/>
          <p:nvPr/>
        </p:nvSpPr>
        <p:spPr>
          <a:xfrm rot="-811841">
            <a:off x="16510120" y="595522"/>
            <a:ext cx="1037898" cy="1037898"/>
          </a:xfrm>
          <a:custGeom>
            <a:avLst/>
            <a:gdLst/>
            <a:ahLst/>
            <a:cxnLst/>
            <a:rect l="l" t="t" r="r" b="b"/>
            <a:pathLst>
              <a:path w="1037898" h="1037898">
                <a:moveTo>
                  <a:pt x="0" y="0"/>
                </a:moveTo>
                <a:lnTo>
                  <a:pt x="1037898" y="0"/>
                </a:lnTo>
                <a:lnTo>
                  <a:pt x="1037898" y="1037899"/>
                </a:lnTo>
                <a:lnTo>
                  <a:pt x="0" y="103789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AU"/>
          </a:p>
        </p:txBody>
      </p:sp>
      <p:sp>
        <p:nvSpPr>
          <p:cNvPr id="45" name="Freeform 45"/>
          <p:cNvSpPr/>
          <p:nvPr/>
        </p:nvSpPr>
        <p:spPr>
          <a:xfrm flipH="1">
            <a:off x="1028700" y="488509"/>
            <a:ext cx="1900111" cy="1801567"/>
          </a:xfrm>
          <a:custGeom>
            <a:avLst/>
            <a:gdLst/>
            <a:ahLst/>
            <a:cxnLst/>
            <a:rect l="l" t="t" r="r" b="b"/>
            <a:pathLst>
              <a:path w="1900111" h="1801567">
                <a:moveTo>
                  <a:pt x="1900111" y="0"/>
                </a:moveTo>
                <a:lnTo>
                  <a:pt x="0" y="0"/>
                </a:lnTo>
                <a:lnTo>
                  <a:pt x="0" y="1801567"/>
                </a:lnTo>
                <a:lnTo>
                  <a:pt x="1900111" y="1801567"/>
                </a:lnTo>
                <a:lnTo>
                  <a:pt x="1900111" y="0"/>
                </a:lnTo>
                <a:close/>
              </a:path>
            </a:pathLst>
          </a:custGeom>
          <a:blipFill>
            <a:blip>
              <a:extLst>
                <a:ext uri="{96DAC541-7B7A-43D3-8B79-37D633B846F1}">
                  <asvg:svgBlip xmlns:asvg="http://schemas.microsoft.com/office/drawing/2016/SVG/main" r:embed="rId4"/>
                </a:ext>
              </a:extLst>
            </a:blip>
            <a:stretch>
              <a:fillRect b="-19405"/>
            </a:stretch>
          </a:blipFill>
        </p:spPr>
        <p:txBody>
          <a:bodyPr/>
          <a:lstStyle/>
          <a:p>
            <a:endParaRPr lang="en-AU"/>
          </a:p>
        </p:txBody>
      </p:sp>
      <p:sp>
        <p:nvSpPr>
          <p:cNvPr id="46" name="Freeform 46"/>
          <p:cNvSpPr/>
          <p:nvPr/>
        </p:nvSpPr>
        <p:spPr>
          <a:xfrm>
            <a:off x="15997599" y="8483978"/>
            <a:ext cx="1360871" cy="1548645"/>
          </a:xfrm>
          <a:custGeom>
            <a:avLst/>
            <a:gdLst/>
            <a:ahLst/>
            <a:cxnLst/>
            <a:rect l="l" t="t" r="r" b="b"/>
            <a:pathLst>
              <a:path w="1360871" h="1548645">
                <a:moveTo>
                  <a:pt x="0" y="0"/>
                </a:moveTo>
                <a:lnTo>
                  <a:pt x="1360871" y="0"/>
                </a:lnTo>
                <a:lnTo>
                  <a:pt x="1360871" y="1548644"/>
                </a:lnTo>
                <a:lnTo>
                  <a:pt x="0" y="1548644"/>
                </a:lnTo>
                <a:lnTo>
                  <a:pt x="0" y="0"/>
                </a:lnTo>
                <a:close/>
              </a:path>
            </a:pathLst>
          </a:custGeom>
          <a:blipFill>
            <a:blip r:embed="rId5"/>
            <a:stretch>
              <a:fillRect/>
            </a:stretch>
          </a:blipFill>
        </p:spPr>
        <p:txBody>
          <a:bodyPr/>
          <a:lstStyle/>
          <a:p>
            <a:endParaRPr lang="en-AU"/>
          </a:p>
        </p:txBody>
      </p:sp>
      <p:sp>
        <p:nvSpPr>
          <p:cNvPr id="47" name="Freeform 47"/>
          <p:cNvSpPr/>
          <p:nvPr/>
        </p:nvSpPr>
        <p:spPr>
          <a:xfrm>
            <a:off x="450977" y="9011447"/>
            <a:ext cx="888422" cy="1021175"/>
          </a:xfrm>
          <a:custGeom>
            <a:avLst/>
            <a:gdLst/>
            <a:ahLst/>
            <a:cxnLst/>
            <a:rect l="l" t="t" r="r" b="b"/>
            <a:pathLst>
              <a:path w="888422" h="1021175">
                <a:moveTo>
                  <a:pt x="0" y="0"/>
                </a:moveTo>
                <a:lnTo>
                  <a:pt x="888422" y="0"/>
                </a:lnTo>
                <a:lnTo>
                  <a:pt x="888422" y="1021175"/>
                </a:lnTo>
                <a:lnTo>
                  <a:pt x="0" y="1021175"/>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AU"/>
          </a:p>
        </p:txBody>
      </p:sp>
      <p:sp>
        <p:nvSpPr>
          <p:cNvPr id="48" name="TextBox 48"/>
          <p:cNvSpPr txBox="1"/>
          <p:nvPr/>
        </p:nvSpPr>
        <p:spPr>
          <a:xfrm>
            <a:off x="3156022" y="842560"/>
            <a:ext cx="7134793" cy="821057"/>
          </a:xfrm>
          <a:prstGeom prst="rect">
            <a:avLst/>
          </a:prstGeom>
        </p:spPr>
        <p:txBody>
          <a:bodyPr lIns="0" tIns="0" rIns="0" bIns="0" rtlCol="0" anchor="t">
            <a:spAutoFit/>
          </a:bodyPr>
          <a:lstStyle/>
          <a:p>
            <a:pPr algn="just">
              <a:lnSpc>
                <a:spcPts val="6719"/>
              </a:lnSpc>
              <a:spcBef>
                <a:spcPct val="0"/>
              </a:spcBef>
            </a:pPr>
            <a:r>
              <a:rPr lang="en-US" sz="4799" b="1">
                <a:solidFill>
                  <a:srgbClr val="132038"/>
                </a:solidFill>
                <a:latin typeface="Cerebri Bold"/>
                <a:ea typeface="Cerebri Bold"/>
                <a:cs typeface="Cerebri Bold"/>
                <a:sym typeface="Cerebri Bold"/>
              </a:rPr>
              <a:t>WHATS ON THIS WEEK</a:t>
            </a:r>
          </a:p>
        </p:txBody>
      </p:sp>
      <p:sp>
        <p:nvSpPr>
          <p:cNvPr id="49" name="TextBox 49"/>
          <p:cNvSpPr txBox="1"/>
          <p:nvPr/>
        </p:nvSpPr>
        <p:spPr>
          <a:xfrm>
            <a:off x="1046756" y="2597926"/>
            <a:ext cx="2909964" cy="530155"/>
          </a:xfrm>
          <a:prstGeom prst="rect">
            <a:avLst/>
          </a:prstGeom>
        </p:spPr>
        <p:txBody>
          <a:bodyPr lIns="0" tIns="0" rIns="0" bIns="0" rtlCol="0" anchor="t">
            <a:spAutoFit/>
          </a:bodyPr>
          <a:lstStyle/>
          <a:p>
            <a:pPr algn="ctr">
              <a:lnSpc>
                <a:spcPts val="4378"/>
              </a:lnSpc>
              <a:spcBef>
                <a:spcPct val="0"/>
              </a:spcBef>
            </a:pPr>
            <a:r>
              <a:rPr lang="en-US" sz="3127" b="1">
                <a:solidFill>
                  <a:srgbClr val="101E39"/>
                </a:solidFill>
                <a:latin typeface="Cerebri Medium"/>
                <a:ea typeface="Cerebri Medium"/>
                <a:cs typeface="Cerebri Medium"/>
                <a:sym typeface="Cerebri Medium"/>
              </a:rPr>
              <a:t>MONDAY</a:t>
            </a:r>
          </a:p>
        </p:txBody>
      </p:sp>
      <p:sp>
        <p:nvSpPr>
          <p:cNvPr id="50" name="TextBox 50"/>
          <p:cNvSpPr txBox="1"/>
          <p:nvPr/>
        </p:nvSpPr>
        <p:spPr>
          <a:xfrm>
            <a:off x="7642666" y="2597926"/>
            <a:ext cx="2909964" cy="530155"/>
          </a:xfrm>
          <a:prstGeom prst="rect">
            <a:avLst/>
          </a:prstGeom>
        </p:spPr>
        <p:txBody>
          <a:bodyPr lIns="0" tIns="0" rIns="0" bIns="0" rtlCol="0" anchor="t">
            <a:spAutoFit/>
          </a:bodyPr>
          <a:lstStyle/>
          <a:p>
            <a:pPr algn="ctr">
              <a:lnSpc>
                <a:spcPts val="4378"/>
              </a:lnSpc>
              <a:spcBef>
                <a:spcPct val="0"/>
              </a:spcBef>
            </a:pPr>
            <a:r>
              <a:rPr lang="en-US" sz="3127" b="1">
                <a:solidFill>
                  <a:srgbClr val="101E39"/>
                </a:solidFill>
                <a:latin typeface="Cerebri Medium"/>
                <a:ea typeface="Cerebri Medium"/>
                <a:cs typeface="Cerebri Medium"/>
                <a:sym typeface="Cerebri Medium"/>
              </a:rPr>
              <a:t>WEDNESDAY</a:t>
            </a:r>
          </a:p>
        </p:txBody>
      </p:sp>
      <p:sp>
        <p:nvSpPr>
          <p:cNvPr id="51" name="TextBox 51"/>
          <p:cNvSpPr txBox="1"/>
          <p:nvPr/>
        </p:nvSpPr>
        <p:spPr>
          <a:xfrm>
            <a:off x="10722953" y="935908"/>
            <a:ext cx="5525284" cy="727709"/>
          </a:xfrm>
          <a:prstGeom prst="rect">
            <a:avLst/>
          </a:prstGeom>
        </p:spPr>
        <p:txBody>
          <a:bodyPr lIns="0" tIns="0" rIns="0" bIns="0" rtlCol="0" anchor="t">
            <a:spAutoFit/>
          </a:bodyPr>
          <a:lstStyle/>
          <a:p>
            <a:pPr algn="l">
              <a:lnSpc>
                <a:spcPts val="2940"/>
              </a:lnSpc>
              <a:spcBef>
                <a:spcPct val="0"/>
              </a:spcBef>
            </a:pPr>
            <a:r>
              <a:rPr lang="en-US" sz="2100" b="1">
                <a:solidFill>
                  <a:srgbClr val="132038"/>
                </a:solidFill>
                <a:latin typeface="Cerebri Bold"/>
                <a:ea typeface="Cerebri Bold"/>
                <a:cs typeface="Cerebri Bold"/>
                <a:sym typeface="Cerebri Bold"/>
              </a:rPr>
              <a:t>WEEKLY FOCUS:</a:t>
            </a:r>
            <a:r>
              <a:rPr lang="en-US" sz="2100">
                <a:solidFill>
                  <a:srgbClr val="132038"/>
                </a:solidFill>
                <a:latin typeface="Cerebri"/>
                <a:ea typeface="Cerebri"/>
                <a:cs typeface="Cerebri"/>
                <a:sym typeface="Cerebri"/>
              </a:rPr>
              <a:t>  I HAVE THE RIGHT JUMPER, AND I PUT IT IN THE RIGHT PLACE. </a:t>
            </a:r>
          </a:p>
        </p:txBody>
      </p:sp>
      <p:sp>
        <p:nvSpPr>
          <p:cNvPr id="52" name="TextBox 52"/>
          <p:cNvSpPr txBox="1"/>
          <p:nvPr/>
        </p:nvSpPr>
        <p:spPr>
          <a:xfrm>
            <a:off x="4353459" y="2597926"/>
            <a:ext cx="2909964" cy="530155"/>
          </a:xfrm>
          <a:prstGeom prst="rect">
            <a:avLst/>
          </a:prstGeom>
        </p:spPr>
        <p:txBody>
          <a:bodyPr lIns="0" tIns="0" rIns="0" bIns="0" rtlCol="0" anchor="t">
            <a:spAutoFit/>
          </a:bodyPr>
          <a:lstStyle/>
          <a:p>
            <a:pPr algn="ctr">
              <a:lnSpc>
                <a:spcPts val="4378"/>
              </a:lnSpc>
              <a:spcBef>
                <a:spcPct val="0"/>
              </a:spcBef>
            </a:pPr>
            <a:r>
              <a:rPr lang="en-US" sz="3127" b="1">
                <a:solidFill>
                  <a:srgbClr val="101E39"/>
                </a:solidFill>
                <a:latin typeface="Cerebri Medium"/>
                <a:ea typeface="Cerebri Medium"/>
                <a:cs typeface="Cerebri Medium"/>
                <a:sym typeface="Cerebri Medium"/>
              </a:rPr>
              <a:t>TUESDAY</a:t>
            </a:r>
          </a:p>
        </p:txBody>
      </p:sp>
      <p:sp>
        <p:nvSpPr>
          <p:cNvPr id="53" name="TextBox 53"/>
          <p:cNvSpPr txBox="1"/>
          <p:nvPr/>
        </p:nvSpPr>
        <p:spPr>
          <a:xfrm>
            <a:off x="10949369" y="2597926"/>
            <a:ext cx="2909964" cy="530155"/>
          </a:xfrm>
          <a:prstGeom prst="rect">
            <a:avLst/>
          </a:prstGeom>
        </p:spPr>
        <p:txBody>
          <a:bodyPr lIns="0" tIns="0" rIns="0" bIns="0" rtlCol="0" anchor="t">
            <a:spAutoFit/>
          </a:bodyPr>
          <a:lstStyle/>
          <a:p>
            <a:pPr algn="ctr">
              <a:lnSpc>
                <a:spcPts val="4378"/>
              </a:lnSpc>
              <a:spcBef>
                <a:spcPct val="0"/>
              </a:spcBef>
            </a:pPr>
            <a:r>
              <a:rPr lang="en-US" sz="3127" b="1">
                <a:solidFill>
                  <a:srgbClr val="101E39"/>
                </a:solidFill>
                <a:latin typeface="Cerebri Medium"/>
                <a:ea typeface="Cerebri Medium"/>
                <a:cs typeface="Cerebri Medium"/>
                <a:sym typeface="Cerebri Medium"/>
              </a:rPr>
              <a:t>THURSDAY</a:t>
            </a:r>
          </a:p>
        </p:txBody>
      </p:sp>
      <p:sp>
        <p:nvSpPr>
          <p:cNvPr id="54" name="TextBox 54"/>
          <p:cNvSpPr txBox="1"/>
          <p:nvPr/>
        </p:nvSpPr>
        <p:spPr>
          <a:xfrm>
            <a:off x="14238577" y="2597926"/>
            <a:ext cx="2909964" cy="530155"/>
          </a:xfrm>
          <a:prstGeom prst="rect">
            <a:avLst/>
          </a:prstGeom>
        </p:spPr>
        <p:txBody>
          <a:bodyPr lIns="0" tIns="0" rIns="0" bIns="0" rtlCol="0" anchor="t">
            <a:spAutoFit/>
          </a:bodyPr>
          <a:lstStyle/>
          <a:p>
            <a:pPr algn="ctr">
              <a:lnSpc>
                <a:spcPts val="4378"/>
              </a:lnSpc>
              <a:spcBef>
                <a:spcPct val="0"/>
              </a:spcBef>
            </a:pPr>
            <a:r>
              <a:rPr lang="en-US" sz="3127" b="1">
                <a:solidFill>
                  <a:srgbClr val="101E39"/>
                </a:solidFill>
                <a:latin typeface="Cerebri Medium"/>
                <a:ea typeface="Cerebri Medium"/>
                <a:cs typeface="Cerebri Medium"/>
                <a:sym typeface="Cerebri Medium"/>
              </a:rPr>
              <a:t>FRIDAY</a:t>
            </a:r>
          </a:p>
        </p:txBody>
      </p:sp>
      <p:sp>
        <p:nvSpPr>
          <p:cNvPr id="55" name="TextBox 55"/>
          <p:cNvSpPr txBox="1"/>
          <p:nvPr/>
        </p:nvSpPr>
        <p:spPr>
          <a:xfrm>
            <a:off x="1178703" y="4072557"/>
            <a:ext cx="2627328" cy="375285"/>
          </a:xfrm>
          <a:prstGeom prst="rect">
            <a:avLst/>
          </a:prstGeom>
        </p:spPr>
        <p:txBody>
          <a:bodyPr lIns="0" tIns="0" rIns="0" bIns="0" rtlCol="0" anchor="t">
            <a:spAutoFit/>
          </a:bodyPr>
          <a:lstStyle/>
          <a:p>
            <a:pPr marL="453388" lvl="1" indent="-226694" algn="l">
              <a:lnSpc>
                <a:spcPts val="2939"/>
              </a:lnSpc>
              <a:buFont typeface="Arial"/>
              <a:buChar char="•"/>
            </a:pPr>
            <a:r>
              <a:rPr lang="en-US" sz="2099">
                <a:solidFill>
                  <a:srgbClr val="000000"/>
                </a:solidFill>
                <a:latin typeface="Arimo"/>
                <a:ea typeface="Arimo"/>
                <a:cs typeface="Arimo"/>
                <a:sym typeface="Arimo"/>
              </a:rPr>
              <a:t>Public Holiday</a:t>
            </a:r>
          </a:p>
        </p:txBody>
      </p:sp>
      <p:sp>
        <p:nvSpPr>
          <p:cNvPr id="56" name="TextBox 56"/>
          <p:cNvSpPr txBox="1"/>
          <p:nvPr/>
        </p:nvSpPr>
        <p:spPr>
          <a:xfrm>
            <a:off x="4426990" y="4072557"/>
            <a:ext cx="2718334" cy="1118235"/>
          </a:xfrm>
          <a:prstGeom prst="rect">
            <a:avLst/>
          </a:prstGeom>
        </p:spPr>
        <p:txBody>
          <a:bodyPr lIns="0" tIns="0" rIns="0" bIns="0" rtlCol="0" anchor="t">
            <a:spAutoFit/>
          </a:bodyPr>
          <a:lstStyle/>
          <a:p>
            <a:pPr marL="453388" lvl="1" indent="-226694" algn="l">
              <a:lnSpc>
                <a:spcPts val="2939"/>
              </a:lnSpc>
              <a:buFont typeface="Arial"/>
              <a:buChar char="•"/>
            </a:pPr>
            <a:r>
              <a:rPr lang="en-US" sz="2099">
                <a:solidFill>
                  <a:srgbClr val="000000"/>
                </a:solidFill>
                <a:latin typeface="Arimo"/>
                <a:ea typeface="Arimo"/>
                <a:cs typeface="Arimo"/>
                <a:sym typeface="Arimo"/>
              </a:rPr>
              <a:t>Year 5 Picnic tables</a:t>
            </a:r>
          </a:p>
          <a:p>
            <a:pPr marL="453388" lvl="1" indent="-226694" algn="l">
              <a:lnSpc>
                <a:spcPts val="2939"/>
              </a:lnSpc>
              <a:buFont typeface="Arial"/>
              <a:buChar char="•"/>
            </a:pPr>
            <a:r>
              <a:rPr lang="en-US" sz="2099">
                <a:solidFill>
                  <a:srgbClr val="000000"/>
                </a:solidFill>
                <a:latin typeface="Arimo"/>
                <a:ea typeface="Arimo"/>
                <a:cs typeface="Arimo"/>
                <a:sym typeface="Arimo"/>
              </a:rPr>
              <a:t>2nd Break Netball</a:t>
            </a:r>
          </a:p>
        </p:txBody>
      </p:sp>
      <p:sp>
        <p:nvSpPr>
          <p:cNvPr id="57" name="TextBox 57"/>
          <p:cNvSpPr txBox="1"/>
          <p:nvPr/>
        </p:nvSpPr>
        <p:spPr>
          <a:xfrm>
            <a:off x="7718659" y="4072557"/>
            <a:ext cx="2720807" cy="1489710"/>
          </a:xfrm>
          <a:prstGeom prst="rect">
            <a:avLst/>
          </a:prstGeom>
        </p:spPr>
        <p:txBody>
          <a:bodyPr lIns="0" tIns="0" rIns="0" bIns="0" rtlCol="0" anchor="t">
            <a:spAutoFit/>
          </a:bodyPr>
          <a:lstStyle/>
          <a:p>
            <a:pPr marL="453388" lvl="1" indent="-226694" algn="l">
              <a:lnSpc>
                <a:spcPts val="2939"/>
              </a:lnSpc>
              <a:buFont typeface="Arial"/>
              <a:buChar char="•"/>
            </a:pPr>
            <a:r>
              <a:rPr lang="en-US" sz="2099">
                <a:solidFill>
                  <a:srgbClr val="000000"/>
                </a:solidFill>
                <a:latin typeface="Arimo"/>
                <a:ea typeface="Arimo"/>
                <a:cs typeface="Arimo"/>
                <a:sym typeface="Arimo"/>
              </a:rPr>
              <a:t>3/4 Picnic tables</a:t>
            </a:r>
          </a:p>
          <a:p>
            <a:pPr marL="453388" lvl="1" indent="-226694" algn="l">
              <a:lnSpc>
                <a:spcPts val="2939"/>
              </a:lnSpc>
              <a:buFont typeface="Arial"/>
              <a:buChar char="•"/>
            </a:pPr>
            <a:r>
              <a:rPr lang="en-US" sz="2099">
                <a:solidFill>
                  <a:srgbClr val="000000"/>
                </a:solidFill>
                <a:latin typeface="Arimo"/>
                <a:ea typeface="Arimo"/>
                <a:cs typeface="Arimo"/>
                <a:sym typeface="Arimo"/>
              </a:rPr>
              <a:t>Western Rangers Cross Country</a:t>
            </a:r>
          </a:p>
          <a:p>
            <a:pPr marL="453388" lvl="1" indent="-226694" algn="l">
              <a:lnSpc>
                <a:spcPts val="2939"/>
              </a:lnSpc>
              <a:buFont typeface="Arial"/>
              <a:buChar char="•"/>
            </a:pPr>
            <a:r>
              <a:rPr lang="en-US" sz="2099">
                <a:solidFill>
                  <a:srgbClr val="000000"/>
                </a:solidFill>
                <a:latin typeface="Arimo"/>
                <a:ea typeface="Arimo"/>
                <a:cs typeface="Arimo"/>
                <a:sym typeface="Arimo"/>
              </a:rPr>
              <a:t>Max’s Birthday!</a:t>
            </a:r>
          </a:p>
        </p:txBody>
      </p:sp>
      <p:sp>
        <p:nvSpPr>
          <p:cNvPr id="58" name="TextBox 58"/>
          <p:cNvSpPr txBox="1"/>
          <p:nvPr/>
        </p:nvSpPr>
        <p:spPr>
          <a:xfrm>
            <a:off x="10877823" y="4072557"/>
            <a:ext cx="2786498" cy="1489710"/>
          </a:xfrm>
          <a:prstGeom prst="rect">
            <a:avLst/>
          </a:prstGeom>
        </p:spPr>
        <p:txBody>
          <a:bodyPr lIns="0" tIns="0" rIns="0" bIns="0" rtlCol="0" anchor="t">
            <a:spAutoFit/>
          </a:bodyPr>
          <a:lstStyle/>
          <a:p>
            <a:pPr marL="453388" lvl="1" indent="-226694" algn="l">
              <a:lnSpc>
                <a:spcPts val="2939"/>
              </a:lnSpc>
              <a:buFont typeface="Arial"/>
              <a:buChar char="•"/>
            </a:pPr>
            <a:r>
              <a:rPr lang="en-US" sz="2099">
                <a:solidFill>
                  <a:srgbClr val="000000"/>
                </a:solidFill>
                <a:latin typeface="Arimo"/>
                <a:ea typeface="Arimo"/>
                <a:cs typeface="Arimo"/>
                <a:sym typeface="Arimo"/>
              </a:rPr>
              <a:t>1/2 Picnic tables</a:t>
            </a:r>
          </a:p>
          <a:p>
            <a:pPr marL="453388" lvl="1" indent="-226694" algn="l">
              <a:lnSpc>
                <a:spcPts val="2939"/>
              </a:lnSpc>
              <a:buFont typeface="Arial"/>
              <a:buChar char="•"/>
            </a:pPr>
            <a:r>
              <a:rPr lang="en-US" sz="2099">
                <a:solidFill>
                  <a:srgbClr val="000000"/>
                </a:solidFill>
                <a:latin typeface="Arimo"/>
                <a:ea typeface="Arimo"/>
                <a:cs typeface="Arimo"/>
                <a:sym typeface="Arimo"/>
              </a:rPr>
              <a:t>2nd Break Games Club</a:t>
            </a:r>
          </a:p>
          <a:p>
            <a:pPr marL="453388" lvl="1" indent="-226694" algn="l">
              <a:lnSpc>
                <a:spcPts val="2939"/>
              </a:lnSpc>
              <a:buFont typeface="Arial"/>
              <a:buChar char="•"/>
            </a:pPr>
            <a:r>
              <a:rPr lang="en-US" sz="2099">
                <a:solidFill>
                  <a:srgbClr val="000000"/>
                </a:solidFill>
                <a:latin typeface="Arimo"/>
                <a:ea typeface="Arimo"/>
                <a:cs typeface="Arimo"/>
                <a:sym typeface="Arimo"/>
              </a:rPr>
              <a:t>Book Fair opens</a:t>
            </a:r>
          </a:p>
        </p:txBody>
      </p:sp>
      <p:sp>
        <p:nvSpPr>
          <p:cNvPr id="59" name="TextBox 59"/>
          <p:cNvSpPr txBox="1"/>
          <p:nvPr/>
        </p:nvSpPr>
        <p:spPr>
          <a:xfrm>
            <a:off x="14276101" y="4072557"/>
            <a:ext cx="2752968" cy="2232660"/>
          </a:xfrm>
          <a:prstGeom prst="rect">
            <a:avLst/>
          </a:prstGeom>
        </p:spPr>
        <p:txBody>
          <a:bodyPr lIns="0" tIns="0" rIns="0" bIns="0" rtlCol="0" anchor="t">
            <a:spAutoFit/>
          </a:bodyPr>
          <a:lstStyle/>
          <a:p>
            <a:pPr marL="453388" lvl="1" indent="-226694" algn="l">
              <a:lnSpc>
                <a:spcPts val="2939"/>
              </a:lnSpc>
              <a:buFont typeface="Arial"/>
              <a:buChar char="•"/>
            </a:pPr>
            <a:r>
              <a:rPr lang="en-US" sz="2099">
                <a:solidFill>
                  <a:srgbClr val="000000"/>
                </a:solidFill>
                <a:latin typeface="Arimo"/>
                <a:ea typeface="Arimo"/>
                <a:cs typeface="Arimo"/>
                <a:sym typeface="Arimo"/>
              </a:rPr>
              <a:t>P/1 Picnic tables</a:t>
            </a:r>
          </a:p>
          <a:p>
            <a:pPr marL="453388" lvl="1" indent="-226694" algn="l">
              <a:lnSpc>
                <a:spcPts val="2939"/>
              </a:lnSpc>
              <a:buFont typeface="Arial"/>
              <a:buChar char="•"/>
            </a:pPr>
            <a:r>
              <a:rPr lang="en-US" sz="2099">
                <a:solidFill>
                  <a:srgbClr val="000000"/>
                </a:solidFill>
                <a:latin typeface="Arimo"/>
                <a:ea typeface="Arimo"/>
                <a:cs typeface="Arimo"/>
                <a:sym typeface="Arimo"/>
              </a:rPr>
              <a:t>2nd Break Gardening</a:t>
            </a:r>
          </a:p>
          <a:p>
            <a:pPr marL="453388" lvl="1" indent="-226694" algn="l">
              <a:lnSpc>
                <a:spcPts val="2939"/>
              </a:lnSpc>
              <a:buFont typeface="Arial"/>
              <a:buChar char="•"/>
            </a:pPr>
            <a:r>
              <a:rPr lang="en-US" sz="2099">
                <a:solidFill>
                  <a:srgbClr val="000000"/>
                </a:solidFill>
                <a:latin typeface="Arimo"/>
                <a:ea typeface="Arimo"/>
                <a:cs typeface="Arimo"/>
                <a:sym typeface="Arimo"/>
              </a:rPr>
              <a:t>2nd Break Zooper Doopers</a:t>
            </a:r>
          </a:p>
          <a:p>
            <a:pPr marL="453388" lvl="1" indent="-226694" algn="l">
              <a:lnSpc>
                <a:spcPts val="2939"/>
              </a:lnSpc>
              <a:buFont typeface="Arial"/>
              <a:buChar char="•"/>
            </a:pPr>
            <a:r>
              <a:rPr lang="en-US" sz="2099">
                <a:solidFill>
                  <a:srgbClr val="000000"/>
                </a:solidFill>
                <a:latin typeface="Arimo"/>
                <a:ea typeface="Arimo"/>
                <a:cs typeface="Arimo"/>
                <a:sym typeface="Arimo"/>
              </a:rPr>
              <a:t>Book Fair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114218" y="2464736"/>
            <a:ext cx="16059564" cy="6291254"/>
          </a:xfrm>
          <a:prstGeom prst="rect">
            <a:avLst/>
          </a:prstGeom>
        </p:spPr>
        <p:txBody>
          <a:bodyPr lIns="0" tIns="0" rIns="0" bIns="0" rtlCol="0" anchor="t">
            <a:spAutoFit/>
          </a:bodyPr>
          <a:lstStyle/>
          <a:p>
            <a:pPr marL="703416" lvl="1" indent="-351708" algn="ctr">
              <a:lnSpc>
                <a:spcPts val="4561"/>
              </a:lnSpc>
              <a:spcBef>
                <a:spcPct val="0"/>
              </a:spcBef>
              <a:buFont typeface="Arial"/>
              <a:buChar char="•"/>
            </a:pPr>
            <a:r>
              <a:rPr lang="en-US" sz="3258">
                <a:solidFill>
                  <a:srgbClr val="000000"/>
                </a:solidFill>
                <a:latin typeface="Arimo"/>
                <a:ea typeface="Arimo"/>
                <a:cs typeface="Arimo"/>
                <a:sym typeface="Arimo"/>
              </a:rPr>
              <a:t>Book Fair runs Thu 7th of May - Tue 12th of May</a:t>
            </a:r>
          </a:p>
          <a:p>
            <a:pPr marL="703416" lvl="1" indent="-351708" algn="ctr">
              <a:lnSpc>
                <a:spcPts val="4561"/>
              </a:lnSpc>
              <a:spcBef>
                <a:spcPct val="0"/>
              </a:spcBef>
              <a:buFont typeface="Arial"/>
              <a:buChar char="•"/>
            </a:pPr>
            <a:r>
              <a:rPr lang="en-US" sz="3258">
                <a:solidFill>
                  <a:srgbClr val="000000"/>
                </a:solidFill>
                <a:latin typeface="Arimo"/>
                <a:ea typeface="Arimo"/>
                <a:cs typeface="Arimo"/>
                <a:sym typeface="Arimo"/>
              </a:rPr>
              <a:t>Open daily: 8:30 - 9:00am &amp; 3:00 - 3:30pm</a:t>
            </a:r>
          </a:p>
          <a:p>
            <a:pPr marL="703416" lvl="1" indent="-351708" algn="ctr">
              <a:lnSpc>
                <a:spcPts val="4561"/>
              </a:lnSpc>
              <a:spcBef>
                <a:spcPct val="0"/>
              </a:spcBef>
              <a:buFont typeface="Arial"/>
              <a:buChar char="•"/>
            </a:pPr>
            <a:r>
              <a:rPr lang="en-US" sz="3258">
                <a:solidFill>
                  <a:srgbClr val="000000"/>
                </a:solidFill>
                <a:latin typeface="Arimo"/>
                <a:ea typeface="Arimo"/>
                <a:cs typeface="Arimo"/>
                <a:sym typeface="Arimo"/>
              </a:rPr>
              <a:t>Classes will each visit the book fair at teacher-suitable times so students can create a Wish List</a:t>
            </a:r>
          </a:p>
          <a:p>
            <a:pPr marL="703416" lvl="1" indent="-351708" algn="ctr">
              <a:lnSpc>
                <a:spcPts val="4561"/>
              </a:lnSpc>
              <a:spcBef>
                <a:spcPct val="0"/>
              </a:spcBef>
              <a:buFont typeface="Arial"/>
              <a:buChar char="•"/>
            </a:pPr>
            <a:r>
              <a:rPr lang="en-US" sz="3258">
                <a:solidFill>
                  <a:srgbClr val="000000"/>
                </a:solidFill>
                <a:latin typeface="Arimo"/>
                <a:ea typeface="Arimo"/>
                <a:cs typeface="Arimo"/>
                <a:sym typeface="Arimo"/>
              </a:rPr>
              <a:t>4 × $15 vouchers to be won, receive 1 entry into the voucher draw for each $10 spent</a:t>
            </a:r>
          </a:p>
          <a:p>
            <a:pPr marL="703416" lvl="1" indent="-351708" algn="ctr">
              <a:lnSpc>
                <a:spcPts val="4561"/>
              </a:lnSpc>
              <a:spcBef>
                <a:spcPct val="0"/>
              </a:spcBef>
              <a:buFont typeface="Arial"/>
              <a:buChar char="•"/>
            </a:pPr>
            <a:r>
              <a:rPr lang="en-US" sz="3258">
                <a:solidFill>
                  <a:srgbClr val="000000"/>
                </a:solidFill>
                <a:latin typeface="Arimo"/>
                <a:ea typeface="Arimo"/>
                <a:cs typeface="Arimo"/>
                <a:sym typeface="Arimo"/>
              </a:rPr>
              <a:t>Voucher winners drawn Mon 11th of May so they have time to shop before book fair ends</a:t>
            </a:r>
          </a:p>
          <a:p>
            <a:pPr marL="703416" lvl="1" indent="-351708" algn="ctr">
              <a:lnSpc>
                <a:spcPts val="4561"/>
              </a:lnSpc>
              <a:spcBef>
                <a:spcPct val="0"/>
              </a:spcBef>
              <a:buFont typeface="Arial"/>
              <a:buChar char="•"/>
            </a:pPr>
            <a:r>
              <a:rPr lang="en-US" sz="3258">
                <a:solidFill>
                  <a:srgbClr val="000000"/>
                </a:solidFill>
                <a:latin typeface="Arimo"/>
                <a:ea typeface="Arimo"/>
                <a:cs typeface="Arimo"/>
                <a:sym typeface="Arimo"/>
              </a:rPr>
              <a:t>Parents can order online using Wish Lists, you will need to bring your Wish List to library to collect purchases</a:t>
            </a:r>
          </a:p>
          <a:p>
            <a:pPr algn="ctr">
              <a:lnSpc>
                <a:spcPts val="4561"/>
              </a:lnSpc>
              <a:spcBef>
                <a:spcPct val="0"/>
              </a:spcBef>
            </a:pPr>
            <a:endParaRPr lang="en-US" sz="3258">
              <a:solidFill>
                <a:srgbClr val="000000"/>
              </a:solidFill>
              <a:latin typeface="Arimo"/>
              <a:ea typeface="Arimo"/>
              <a:cs typeface="Arimo"/>
              <a:sym typeface="Arimo"/>
            </a:endParaRPr>
          </a:p>
        </p:txBody>
      </p:sp>
      <p:sp>
        <p:nvSpPr>
          <p:cNvPr id="3" name="Freeform 3"/>
          <p:cNvSpPr/>
          <p:nvPr/>
        </p:nvSpPr>
        <p:spPr>
          <a:xfrm>
            <a:off x="14911021" y="663684"/>
            <a:ext cx="2262761" cy="2542428"/>
          </a:xfrm>
          <a:custGeom>
            <a:avLst/>
            <a:gdLst/>
            <a:ahLst/>
            <a:cxnLst/>
            <a:rect l="l" t="t" r="r" b="b"/>
            <a:pathLst>
              <a:path w="2262761" h="2542428">
                <a:moveTo>
                  <a:pt x="0" y="0"/>
                </a:moveTo>
                <a:lnTo>
                  <a:pt x="2262761" y="0"/>
                </a:lnTo>
                <a:lnTo>
                  <a:pt x="2262761" y="2542428"/>
                </a:lnTo>
                <a:lnTo>
                  <a:pt x="0" y="254242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AU"/>
          </a:p>
        </p:txBody>
      </p:sp>
      <p:sp>
        <p:nvSpPr>
          <p:cNvPr id="4" name="Freeform 4"/>
          <p:cNvSpPr/>
          <p:nvPr/>
        </p:nvSpPr>
        <p:spPr>
          <a:xfrm>
            <a:off x="2080916" y="239339"/>
            <a:ext cx="2292500" cy="2243784"/>
          </a:xfrm>
          <a:custGeom>
            <a:avLst/>
            <a:gdLst/>
            <a:ahLst/>
            <a:cxnLst/>
            <a:rect l="l" t="t" r="r" b="b"/>
            <a:pathLst>
              <a:path w="2292500" h="2243784">
                <a:moveTo>
                  <a:pt x="0" y="0"/>
                </a:moveTo>
                <a:lnTo>
                  <a:pt x="2292500" y="0"/>
                </a:lnTo>
                <a:lnTo>
                  <a:pt x="2292500" y="2243784"/>
                </a:lnTo>
                <a:lnTo>
                  <a:pt x="0" y="2243784"/>
                </a:lnTo>
                <a:lnTo>
                  <a:pt x="0" y="0"/>
                </a:lnTo>
                <a:close/>
              </a:path>
            </a:pathLst>
          </a:custGeom>
          <a:blipFill>
            <a:blip r:embed="rId3"/>
            <a:stretch>
              <a:fillRect/>
            </a:stretch>
          </a:blipFill>
        </p:spPr>
        <p:txBody>
          <a:bodyPr/>
          <a:lstStyle/>
          <a:p>
            <a:endParaRPr lang="en-AU"/>
          </a:p>
        </p:txBody>
      </p:sp>
      <p:sp>
        <p:nvSpPr>
          <p:cNvPr id="5" name="Freeform 5"/>
          <p:cNvSpPr/>
          <p:nvPr/>
        </p:nvSpPr>
        <p:spPr>
          <a:xfrm>
            <a:off x="5792716" y="7983321"/>
            <a:ext cx="7315200" cy="1545336"/>
          </a:xfrm>
          <a:custGeom>
            <a:avLst/>
            <a:gdLst/>
            <a:ahLst/>
            <a:cxnLst/>
            <a:rect l="l" t="t" r="r" b="b"/>
            <a:pathLst>
              <a:path w="7315200" h="1545336">
                <a:moveTo>
                  <a:pt x="0" y="0"/>
                </a:moveTo>
                <a:lnTo>
                  <a:pt x="7315200" y="0"/>
                </a:lnTo>
                <a:lnTo>
                  <a:pt x="7315200" y="1545336"/>
                </a:lnTo>
                <a:lnTo>
                  <a:pt x="0" y="154533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AU"/>
          </a:p>
        </p:txBody>
      </p:sp>
      <p:sp>
        <p:nvSpPr>
          <p:cNvPr id="6" name="TextBox 6"/>
          <p:cNvSpPr txBox="1"/>
          <p:nvPr/>
        </p:nvSpPr>
        <p:spPr>
          <a:xfrm>
            <a:off x="6010954" y="492234"/>
            <a:ext cx="6878724" cy="1566544"/>
          </a:xfrm>
          <a:prstGeom prst="rect">
            <a:avLst/>
          </a:prstGeom>
        </p:spPr>
        <p:txBody>
          <a:bodyPr lIns="0" tIns="0" rIns="0" bIns="0" rtlCol="0" anchor="t">
            <a:spAutoFit/>
          </a:bodyPr>
          <a:lstStyle/>
          <a:p>
            <a:pPr algn="ctr">
              <a:lnSpc>
                <a:spcPts val="12880"/>
              </a:lnSpc>
            </a:pPr>
            <a:r>
              <a:rPr lang="en-US" sz="9200">
                <a:solidFill>
                  <a:srgbClr val="000000"/>
                </a:solidFill>
                <a:latin typeface="Abril Fatface"/>
                <a:ea typeface="Abril Fatface"/>
                <a:cs typeface="Abril Fatface"/>
                <a:sym typeface="Abril Fatface"/>
              </a:rPr>
              <a:t>Book Fair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94BFE6"/>
        </a:solidFill>
        <a:effectLst/>
      </p:bgPr>
    </p:bg>
    <p:spTree>
      <p:nvGrpSpPr>
        <p:cNvPr id="1" name=""/>
        <p:cNvGrpSpPr/>
        <p:nvPr/>
      </p:nvGrpSpPr>
      <p:grpSpPr>
        <a:xfrm>
          <a:off x="0" y="0"/>
          <a:ext cx="0" cy="0"/>
          <a:chOff x="0" y="0"/>
          <a:chExt cx="0" cy="0"/>
        </a:xfrm>
      </p:grpSpPr>
      <p:sp>
        <p:nvSpPr>
          <p:cNvPr id="2" name="Freeform 2"/>
          <p:cNvSpPr/>
          <p:nvPr/>
        </p:nvSpPr>
        <p:spPr>
          <a:xfrm>
            <a:off x="0" y="-653959"/>
            <a:ext cx="18594945" cy="15898877"/>
          </a:xfrm>
          <a:custGeom>
            <a:avLst/>
            <a:gdLst/>
            <a:ahLst/>
            <a:cxnLst/>
            <a:rect l="l" t="t" r="r" b="b"/>
            <a:pathLst>
              <a:path w="18594945" h="15898877">
                <a:moveTo>
                  <a:pt x="0" y="0"/>
                </a:moveTo>
                <a:lnTo>
                  <a:pt x="18594945" y="0"/>
                </a:lnTo>
                <a:lnTo>
                  <a:pt x="18594945" y="15898876"/>
                </a:lnTo>
                <a:lnTo>
                  <a:pt x="0" y="15898876"/>
                </a:lnTo>
                <a:lnTo>
                  <a:pt x="0" y="0"/>
                </a:lnTo>
                <a:close/>
              </a:path>
            </a:pathLst>
          </a:custGeom>
          <a:blipFill>
            <a:blip>
              <a:extLst>
                <a:ext uri="{96DAC541-7B7A-43D3-8B79-37D633B846F1}">
                  <asvg:svgBlip xmlns:asvg="http://schemas.microsoft.com/office/drawing/2016/SVG/main" r:embed="rId2"/>
                </a:ext>
              </a:extLst>
            </a:blip>
            <a:stretch>
              <a:fillRect l="-5513" t="-29162" r="-5278" b="-1726"/>
            </a:stretch>
          </a:blipFill>
        </p:spPr>
        <p:txBody>
          <a:bodyPr/>
          <a:lstStyle/>
          <a:p>
            <a:endParaRPr lang="en-AU"/>
          </a:p>
        </p:txBody>
      </p:sp>
      <p:grpSp>
        <p:nvGrpSpPr>
          <p:cNvPr id="3" name="Group 3"/>
          <p:cNvGrpSpPr/>
          <p:nvPr/>
        </p:nvGrpSpPr>
        <p:grpSpPr>
          <a:xfrm>
            <a:off x="810907" y="471375"/>
            <a:ext cx="16973132" cy="9147735"/>
            <a:chOff x="0" y="0"/>
            <a:chExt cx="2680843" cy="1444851"/>
          </a:xfrm>
        </p:grpSpPr>
        <p:sp>
          <p:nvSpPr>
            <p:cNvPr id="4" name="Freeform 4"/>
            <p:cNvSpPr/>
            <p:nvPr/>
          </p:nvSpPr>
          <p:spPr>
            <a:xfrm>
              <a:off x="0" y="0"/>
              <a:ext cx="2680843" cy="1444851"/>
            </a:xfrm>
            <a:custGeom>
              <a:avLst/>
              <a:gdLst/>
              <a:ahLst/>
              <a:cxnLst/>
              <a:rect l="l" t="t" r="r" b="b"/>
              <a:pathLst>
                <a:path w="2680843" h="1444851">
                  <a:moveTo>
                    <a:pt x="0" y="0"/>
                  </a:moveTo>
                  <a:lnTo>
                    <a:pt x="2680843" y="0"/>
                  </a:lnTo>
                  <a:lnTo>
                    <a:pt x="2680843" y="1444851"/>
                  </a:lnTo>
                  <a:lnTo>
                    <a:pt x="0" y="1444851"/>
                  </a:lnTo>
                  <a:close/>
                </a:path>
              </a:pathLst>
            </a:custGeom>
            <a:solidFill>
              <a:srgbClr val="FFFFFF"/>
            </a:solidFill>
          </p:spPr>
          <p:txBody>
            <a:bodyPr/>
            <a:lstStyle/>
            <a:p>
              <a:endParaRPr lang="en-AU"/>
            </a:p>
          </p:txBody>
        </p:sp>
      </p:grpSp>
      <p:sp>
        <p:nvSpPr>
          <p:cNvPr id="5" name="Freeform 5"/>
          <p:cNvSpPr/>
          <p:nvPr/>
        </p:nvSpPr>
        <p:spPr>
          <a:xfrm>
            <a:off x="12463664" y="1813434"/>
            <a:ext cx="4993483" cy="3464313"/>
          </a:xfrm>
          <a:custGeom>
            <a:avLst/>
            <a:gdLst/>
            <a:ahLst/>
            <a:cxnLst/>
            <a:rect l="l" t="t" r="r" b="b"/>
            <a:pathLst>
              <a:path w="4993483" h="3464313">
                <a:moveTo>
                  <a:pt x="0" y="0"/>
                </a:moveTo>
                <a:lnTo>
                  <a:pt x="4993483" y="0"/>
                </a:lnTo>
                <a:lnTo>
                  <a:pt x="4993483" y="3464313"/>
                </a:lnTo>
                <a:lnTo>
                  <a:pt x="0" y="3464313"/>
                </a:lnTo>
                <a:lnTo>
                  <a:pt x="0" y="0"/>
                </a:lnTo>
                <a:close/>
              </a:path>
            </a:pathLst>
          </a:custGeom>
          <a:blipFill>
            <a:blip r:embed="rId3"/>
            <a:stretch>
              <a:fillRect/>
            </a:stretch>
          </a:blipFill>
        </p:spPr>
        <p:txBody>
          <a:bodyPr/>
          <a:lstStyle/>
          <a:p>
            <a:endParaRPr lang="en-AU"/>
          </a:p>
        </p:txBody>
      </p:sp>
      <p:sp>
        <p:nvSpPr>
          <p:cNvPr id="6" name="Freeform 6"/>
          <p:cNvSpPr/>
          <p:nvPr/>
        </p:nvSpPr>
        <p:spPr>
          <a:xfrm>
            <a:off x="6880098" y="2116677"/>
            <a:ext cx="5324863" cy="6568848"/>
          </a:xfrm>
          <a:custGeom>
            <a:avLst/>
            <a:gdLst/>
            <a:ahLst/>
            <a:cxnLst/>
            <a:rect l="l" t="t" r="r" b="b"/>
            <a:pathLst>
              <a:path w="5324863" h="6568848">
                <a:moveTo>
                  <a:pt x="0" y="0"/>
                </a:moveTo>
                <a:lnTo>
                  <a:pt x="5324862" y="0"/>
                </a:lnTo>
                <a:lnTo>
                  <a:pt x="5324862" y="6568848"/>
                </a:lnTo>
                <a:lnTo>
                  <a:pt x="0" y="6568848"/>
                </a:lnTo>
                <a:lnTo>
                  <a:pt x="0" y="0"/>
                </a:lnTo>
                <a:close/>
              </a:path>
            </a:pathLst>
          </a:custGeom>
          <a:blipFill>
            <a:blip r:embed="rId4"/>
            <a:stretch>
              <a:fillRect/>
            </a:stretch>
          </a:blipFill>
        </p:spPr>
        <p:txBody>
          <a:bodyPr/>
          <a:lstStyle/>
          <a:p>
            <a:endParaRPr lang="en-AU"/>
          </a:p>
        </p:txBody>
      </p:sp>
      <p:sp>
        <p:nvSpPr>
          <p:cNvPr id="7" name="Freeform 7"/>
          <p:cNvSpPr/>
          <p:nvPr/>
        </p:nvSpPr>
        <p:spPr>
          <a:xfrm>
            <a:off x="12463664" y="5569499"/>
            <a:ext cx="4993483" cy="3451959"/>
          </a:xfrm>
          <a:custGeom>
            <a:avLst/>
            <a:gdLst/>
            <a:ahLst/>
            <a:cxnLst/>
            <a:rect l="l" t="t" r="r" b="b"/>
            <a:pathLst>
              <a:path w="4993483" h="3451959">
                <a:moveTo>
                  <a:pt x="0" y="0"/>
                </a:moveTo>
                <a:lnTo>
                  <a:pt x="4993483" y="0"/>
                </a:lnTo>
                <a:lnTo>
                  <a:pt x="4993483" y="3451960"/>
                </a:lnTo>
                <a:lnTo>
                  <a:pt x="0" y="3451960"/>
                </a:lnTo>
                <a:lnTo>
                  <a:pt x="0" y="0"/>
                </a:lnTo>
                <a:close/>
              </a:path>
            </a:pathLst>
          </a:custGeom>
          <a:blipFill>
            <a:blip r:embed="rId5"/>
            <a:stretch>
              <a:fillRect/>
            </a:stretch>
          </a:blipFill>
        </p:spPr>
        <p:txBody>
          <a:bodyPr/>
          <a:lstStyle/>
          <a:p>
            <a:endParaRPr lang="en-AU"/>
          </a:p>
        </p:txBody>
      </p:sp>
      <p:sp>
        <p:nvSpPr>
          <p:cNvPr id="8" name="Freeform 8"/>
          <p:cNvSpPr/>
          <p:nvPr/>
        </p:nvSpPr>
        <p:spPr>
          <a:xfrm>
            <a:off x="810907" y="2164171"/>
            <a:ext cx="5958658" cy="5958658"/>
          </a:xfrm>
          <a:custGeom>
            <a:avLst/>
            <a:gdLst/>
            <a:ahLst/>
            <a:cxnLst/>
            <a:rect l="l" t="t" r="r" b="b"/>
            <a:pathLst>
              <a:path w="5958658" h="5958658">
                <a:moveTo>
                  <a:pt x="0" y="0"/>
                </a:moveTo>
                <a:lnTo>
                  <a:pt x="5958658" y="0"/>
                </a:lnTo>
                <a:lnTo>
                  <a:pt x="5958658" y="5958658"/>
                </a:lnTo>
                <a:lnTo>
                  <a:pt x="0" y="5958658"/>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AU"/>
          </a:p>
        </p:txBody>
      </p:sp>
      <p:sp>
        <p:nvSpPr>
          <p:cNvPr id="9" name="TextBox 9"/>
          <p:cNvSpPr txBox="1"/>
          <p:nvPr/>
        </p:nvSpPr>
        <p:spPr>
          <a:xfrm>
            <a:off x="1203179" y="1078094"/>
            <a:ext cx="16230600" cy="735340"/>
          </a:xfrm>
          <a:prstGeom prst="rect">
            <a:avLst/>
          </a:prstGeom>
        </p:spPr>
        <p:txBody>
          <a:bodyPr lIns="0" tIns="0" rIns="0" bIns="0" rtlCol="0" anchor="t">
            <a:spAutoFit/>
          </a:bodyPr>
          <a:lstStyle/>
          <a:p>
            <a:pPr algn="ctr">
              <a:lnSpc>
                <a:spcPts val="5025"/>
              </a:lnSpc>
            </a:pPr>
            <a:r>
              <a:rPr lang="en-US" sz="6700">
                <a:solidFill>
                  <a:srgbClr val="010A4F"/>
                </a:solidFill>
                <a:latin typeface="Abril Fatface"/>
                <a:ea typeface="Abril Fatface"/>
                <a:cs typeface="Abril Fatface"/>
                <a:sym typeface="Abril Fatface"/>
              </a:rPr>
              <a:t>Guidance to help Alex</a:t>
            </a:r>
          </a:p>
        </p:txBody>
      </p:sp>
      <p:sp>
        <p:nvSpPr>
          <p:cNvPr id="10" name="TextBox 10"/>
          <p:cNvSpPr txBox="1"/>
          <p:nvPr/>
        </p:nvSpPr>
        <p:spPr>
          <a:xfrm>
            <a:off x="1203179" y="2377915"/>
            <a:ext cx="5174113" cy="5464759"/>
          </a:xfrm>
          <a:prstGeom prst="rect">
            <a:avLst/>
          </a:prstGeom>
        </p:spPr>
        <p:txBody>
          <a:bodyPr lIns="0" tIns="0" rIns="0" bIns="0" rtlCol="0" anchor="t">
            <a:spAutoFit/>
          </a:bodyPr>
          <a:lstStyle/>
          <a:p>
            <a:pPr algn="ctr">
              <a:lnSpc>
                <a:spcPts val="3900"/>
              </a:lnSpc>
              <a:spcBef>
                <a:spcPct val="0"/>
              </a:spcBef>
            </a:pPr>
            <a:r>
              <a:rPr lang="en-US" sz="3545" spc="177">
                <a:solidFill>
                  <a:srgbClr val="010A4F"/>
                </a:solidFill>
                <a:latin typeface="Canva Sans"/>
                <a:ea typeface="Canva Sans"/>
                <a:cs typeface="Canva Sans"/>
                <a:sym typeface="Canva Sans"/>
              </a:rPr>
              <a:t>This is Alex. Alex has Down Syndrome and is in Prep this year. Alex loves playing ball games, in the sandpit or outside with his friends. Alex communicates using Auslan, gestures, sounds and body language.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94BFE6"/>
        </a:solidFill>
        <a:effectLst/>
      </p:bgPr>
    </p:bg>
    <p:spTree>
      <p:nvGrpSpPr>
        <p:cNvPr id="1" name=""/>
        <p:cNvGrpSpPr/>
        <p:nvPr/>
      </p:nvGrpSpPr>
      <p:grpSpPr>
        <a:xfrm>
          <a:off x="0" y="0"/>
          <a:ext cx="0" cy="0"/>
          <a:chOff x="0" y="0"/>
          <a:chExt cx="0" cy="0"/>
        </a:xfrm>
      </p:grpSpPr>
      <p:sp>
        <p:nvSpPr>
          <p:cNvPr id="2" name="Freeform 2"/>
          <p:cNvSpPr/>
          <p:nvPr/>
        </p:nvSpPr>
        <p:spPr>
          <a:xfrm>
            <a:off x="0" y="-653959"/>
            <a:ext cx="18594945" cy="15898877"/>
          </a:xfrm>
          <a:custGeom>
            <a:avLst/>
            <a:gdLst/>
            <a:ahLst/>
            <a:cxnLst/>
            <a:rect l="l" t="t" r="r" b="b"/>
            <a:pathLst>
              <a:path w="18594945" h="15898877">
                <a:moveTo>
                  <a:pt x="0" y="0"/>
                </a:moveTo>
                <a:lnTo>
                  <a:pt x="18594945" y="0"/>
                </a:lnTo>
                <a:lnTo>
                  <a:pt x="18594945" y="15898876"/>
                </a:lnTo>
                <a:lnTo>
                  <a:pt x="0" y="15898876"/>
                </a:lnTo>
                <a:lnTo>
                  <a:pt x="0" y="0"/>
                </a:lnTo>
                <a:close/>
              </a:path>
            </a:pathLst>
          </a:custGeom>
          <a:blipFill>
            <a:blip>
              <a:extLst>
                <a:ext uri="{96DAC541-7B7A-43D3-8B79-37D633B846F1}">
                  <asvg:svgBlip xmlns:asvg="http://schemas.microsoft.com/office/drawing/2016/SVG/main" r:embed="rId2"/>
                </a:ext>
              </a:extLst>
            </a:blip>
            <a:stretch>
              <a:fillRect l="-5513" t="-29162" r="-5278" b="-1726"/>
            </a:stretch>
          </a:blipFill>
        </p:spPr>
        <p:txBody>
          <a:bodyPr/>
          <a:lstStyle/>
          <a:p>
            <a:endParaRPr lang="en-AU"/>
          </a:p>
        </p:txBody>
      </p:sp>
      <p:grpSp>
        <p:nvGrpSpPr>
          <p:cNvPr id="3" name="Group 3"/>
          <p:cNvGrpSpPr/>
          <p:nvPr/>
        </p:nvGrpSpPr>
        <p:grpSpPr>
          <a:xfrm>
            <a:off x="1028700" y="769728"/>
            <a:ext cx="16230600" cy="8747544"/>
            <a:chOff x="0" y="0"/>
            <a:chExt cx="2680843" cy="1444851"/>
          </a:xfrm>
        </p:grpSpPr>
        <p:sp>
          <p:nvSpPr>
            <p:cNvPr id="4" name="Freeform 4"/>
            <p:cNvSpPr/>
            <p:nvPr/>
          </p:nvSpPr>
          <p:spPr>
            <a:xfrm>
              <a:off x="0" y="0"/>
              <a:ext cx="2680843" cy="1444851"/>
            </a:xfrm>
            <a:custGeom>
              <a:avLst/>
              <a:gdLst/>
              <a:ahLst/>
              <a:cxnLst/>
              <a:rect l="l" t="t" r="r" b="b"/>
              <a:pathLst>
                <a:path w="2680843" h="1444851">
                  <a:moveTo>
                    <a:pt x="0" y="0"/>
                  </a:moveTo>
                  <a:lnTo>
                    <a:pt x="2680843" y="0"/>
                  </a:lnTo>
                  <a:lnTo>
                    <a:pt x="2680843" y="1444851"/>
                  </a:lnTo>
                  <a:lnTo>
                    <a:pt x="0" y="1444851"/>
                  </a:lnTo>
                  <a:close/>
                </a:path>
              </a:pathLst>
            </a:custGeom>
            <a:solidFill>
              <a:srgbClr val="FFFFFF"/>
            </a:solidFill>
          </p:spPr>
          <p:txBody>
            <a:bodyPr/>
            <a:lstStyle/>
            <a:p>
              <a:endParaRPr lang="en-AU"/>
            </a:p>
          </p:txBody>
        </p:sp>
      </p:grpSp>
      <p:graphicFrame>
        <p:nvGraphicFramePr>
          <p:cNvPr id="5" name="Table 5"/>
          <p:cNvGraphicFramePr>
            <a:graphicFrameLocks noGrp="1"/>
          </p:cNvGraphicFramePr>
          <p:nvPr/>
        </p:nvGraphicFramePr>
        <p:xfrm>
          <a:off x="2394490" y="2247901"/>
          <a:ext cx="10057865" cy="6610350"/>
        </p:xfrm>
        <a:graphic>
          <a:graphicData uri="http://schemas.openxmlformats.org/drawingml/2006/table">
            <a:tbl>
              <a:tblPr/>
              <a:tblGrid>
                <a:gridCol w="5507648">
                  <a:extLst>
                    <a:ext uri="{9D8B030D-6E8A-4147-A177-3AD203B41FA5}">
                      <a16:colId xmlns:a16="http://schemas.microsoft.com/office/drawing/2014/main" val="20000"/>
                    </a:ext>
                  </a:extLst>
                </a:gridCol>
                <a:gridCol w="4550217">
                  <a:extLst>
                    <a:ext uri="{9D8B030D-6E8A-4147-A177-3AD203B41FA5}">
                      <a16:colId xmlns:a16="http://schemas.microsoft.com/office/drawing/2014/main" val="20001"/>
                    </a:ext>
                  </a:extLst>
                </a:gridCol>
              </a:tblGrid>
              <a:tr h="1101725">
                <a:tc>
                  <a:txBody>
                    <a:bodyPr/>
                    <a:lstStyle/>
                    <a:p>
                      <a:pPr algn="ctr">
                        <a:lnSpc>
                          <a:spcPts val="5599"/>
                        </a:lnSpc>
                        <a:defRPr/>
                      </a:pPr>
                      <a:r>
                        <a:rPr lang="en-US" sz="3999">
                          <a:solidFill>
                            <a:srgbClr val="000000"/>
                          </a:solidFill>
                          <a:latin typeface="Canva Student Font"/>
                          <a:ea typeface="Canva Student Font"/>
                          <a:cs typeface="Canva Student Font"/>
                          <a:sym typeface="Canva Student Font"/>
                        </a:rPr>
                        <a:t>Whole school attendance rate: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5599"/>
                        </a:lnSpc>
                        <a:defRPr/>
                      </a:pPr>
                      <a:r>
                        <a:rPr lang="en-US" sz="3999">
                          <a:solidFill>
                            <a:srgbClr val="D63939"/>
                          </a:solidFill>
                          <a:latin typeface="Canva Student Font"/>
                          <a:ea typeface="Canva Student Font"/>
                          <a:cs typeface="Canva Student Font"/>
                          <a:sym typeface="Canva Student Font"/>
                        </a:rPr>
                        <a:t>91.01%</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101725">
                <a:tc>
                  <a:txBody>
                    <a:bodyPr/>
                    <a:lstStyle/>
                    <a:p>
                      <a:pPr algn="ctr">
                        <a:lnSpc>
                          <a:spcPts val="5599"/>
                        </a:lnSpc>
                        <a:defRPr/>
                      </a:pPr>
                      <a:r>
                        <a:rPr lang="en-US" sz="3999">
                          <a:solidFill>
                            <a:srgbClr val="000000"/>
                          </a:solidFill>
                          <a:latin typeface="Canva Student Font"/>
                          <a:ea typeface="Canva Student Font"/>
                          <a:cs typeface="Canva Student Font"/>
                          <a:sym typeface="Canva Student Font"/>
                        </a:rPr>
                        <a:t>P-1 Attendance Rate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5599"/>
                        </a:lnSpc>
                        <a:defRPr/>
                      </a:pPr>
                      <a:r>
                        <a:rPr lang="en-US" sz="3999">
                          <a:solidFill>
                            <a:srgbClr val="D63939"/>
                          </a:solidFill>
                          <a:latin typeface="Canva Student Font"/>
                          <a:ea typeface="Canva Student Font"/>
                          <a:cs typeface="Canva Student Font"/>
                          <a:sym typeface="Canva Student Font"/>
                        </a:rPr>
                        <a:t>90.18%</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101725">
                <a:tc>
                  <a:txBody>
                    <a:bodyPr/>
                    <a:lstStyle/>
                    <a:p>
                      <a:pPr algn="ctr">
                        <a:lnSpc>
                          <a:spcPts val="5599"/>
                        </a:lnSpc>
                        <a:defRPr/>
                      </a:pPr>
                      <a:r>
                        <a:rPr lang="en-US" sz="3999">
                          <a:solidFill>
                            <a:srgbClr val="000000"/>
                          </a:solidFill>
                          <a:latin typeface="Canva Student Font"/>
                          <a:ea typeface="Canva Student Font"/>
                          <a:cs typeface="Canva Student Font"/>
                          <a:sym typeface="Canva Student Font"/>
                        </a:rPr>
                        <a:t>1-2 Attendance Rate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5599"/>
                        </a:lnSpc>
                        <a:defRPr/>
                      </a:pPr>
                      <a:r>
                        <a:rPr lang="en-US" sz="3999">
                          <a:solidFill>
                            <a:srgbClr val="D63939"/>
                          </a:solidFill>
                          <a:latin typeface="Canva Student Font"/>
                          <a:ea typeface="Canva Student Font"/>
                          <a:cs typeface="Canva Student Font"/>
                          <a:sym typeface="Canva Student Font"/>
                        </a:rPr>
                        <a:t>90.47%</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101725">
                <a:tc>
                  <a:txBody>
                    <a:bodyPr/>
                    <a:lstStyle/>
                    <a:p>
                      <a:pPr algn="ctr">
                        <a:lnSpc>
                          <a:spcPts val="5599"/>
                        </a:lnSpc>
                        <a:defRPr/>
                      </a:pPr>
                      <a:r>
                        <a:rPr lang="en-US" sz="3999">
                          <a:solidFill>
                            <a:srgbClr val="000000"/>
                          </a:solidFill>
                          <a:latin typeface="Canva Student Font"/>
                          <a:ea typeface="Canva Student Font"/>
                          <a:cs typeface="Canva Student Font"/>
                          <a:sym typeface="Canva Student Font"/>
                        </a:rPr>
                        <a:t>3-4 Attendance Rate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5599"/>
                        </a:lnSpc>
                        <a:defRPr/>
                      </a:pPr>
                      <a:r>
                        <a:rPr lang="en-US" sz="3999">
                          <a:solidFill>
                            <a:srgbClr val="D63939"/>
                          </a:solidFill>
                          <a:latin typeface="Canva Student Font"/>
                          <a:ea typeface="Canva Student Font"/>
                          <a:cs typeface="Canva Student Font"/>
                          <a:sym typeface="Canva Student Font"/>
                        </a:rPr>
                        <a:t>88.76%</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101725">
                <a:tc>
                  <a:txBody>
                    <a:bodyPr/>
                    <a:lstStyle/>
                    <a:p>
                      <a:pPr algn="ctr">
                        <a:lnSpc>
                          <a:spcPts val="5599"/>
                        </a:lnSpc>
                        <a:defRPr/>
                      </a:pPr>
                      <a:r>
                        <a:rPr lang="en-US" sz="3999">
                          <a:solidFill>
                            <a:srgbClr val="000000"/>
                          </a:solidFill>
                          <a:latin typeface="Canva Student Font"/>
                          <a:ea typeface="Canva Student Font"/>
                          <a:cs typeface="Canva Student Font"/>
                          <a:sym typeface="Canva Student Font"/>
                        </a:rPr>
                        <a:t>5 Attendance Rate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5599"/>
                        </a:lnSpc>
                        <a:defRPr/>
                      </a:pPr>
                      <a:r>
                        <a:rPr lang="en-US" sz="3999">
                          <a:solidFill>
                            <a:srgbClr val="27823D"/>
                          </a:solidFill>
                          <a:latin typeface="Canva Student Font"/>
                          <a:ea typeface="Canva Student Font"/>
                          <a:cs typeface="Canva Student Font"/>
                          <a:sym typeface="Canva Student Font"/>
                        </a:rPr>
                        <a:t>93.57%</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1101725">
                <a:tc>
                  <a:txBody>
                    <a:bodyPr/>
                    <a:lstStyle/>
                    <a:p>
                      <a:pPr algn="ctr">
                        <a:lnSpc>
                          <a:spcPts val="5599"/>
                        </a:lnSpc>
                        <a:defRPr/>
                      </a:pPr>
                      <a:r>
                        <a:rPr lang="en-US" sz="3999">
                          <a:solidFill>
                            <a:srgbClr val="000000"/>
                          </a:solidFill>
                          <a:latin typeface="Canva Student Font"/>
                          <a:ea typeface="Canva Student Font"/>
                          <a:cs typeface="Canva Student Font"/>
                          <a:sym typeface="Canva Student Font"/>
                        </a:rPr>
                        <a:t>6 Attendance Rate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5599"/>
                        </a:lnSpc>
                        <a:defRPr/>
                      </a:pPr>
                      <a:r>
                        <a:rPr lang="en-US" sz="3999">
                          <a:solidFill>
                            <a:srgbClr val="27823D"/>
                          </a:solidFill>
                          <a:latin typeface="Canva Student Font"/>
                          <a:ea typeface="Canva Student Font"/>
                          <a:cs typeface="Canva Student Font"/>
                          <a:sym typeface="Canva Student Font"/>
                        </a:rPr>
                        <a:t>92.10%</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 name="Freeform 6"/>
          <p:cNvSpPr/>
          <p:nvPr/>
        </p:nvSpPr>
        <p:spPr>
          <a:xfrm rot="990171">
            <a:off x="15401638" y="2587711"/>
            <a:ext cx="1138464" cy="1425306"/>
          </a:xfrm>
          <a:custGeom>
            <a:avLst/>
            <a:gdLst/>
            <a:ahLst/>
            <a:cxnLst/>
            <a:rect l="l" t="t" r="r" b="b"/>
            <a:pathLst>
              <a:path w="1138464" h="1425306">
                <a:moveTo>
                  <a:pt x="0" y="0"/>
                </a:moveTo>
                <a:lnTo>
                  <a:pt x="1138463" y="0"/>
                </a:lnTo>
                <a:lnTo>
                  <a:pt x="1138463" y="1425306"/>
                </a:lnTo>
                <a:lnTo>
                  <a:pt x="0" y="1425306"/>
                </a:lnTo>
                <a:lnTo>
                  <a:pt x="0" y="0"/>
                </a:lnTo>
                <a:close/>
              </a:path>
            </a:pathLst>
          </a:custGeom>
          <a:blipFill>
            <a:blip r:embed="rId3"/>
            <a:stretch>
              <a:fillRect/>
            </a:stretch>
          </a:blipFill>
        </p:spPr>
        <p:txBody>
          <a:bodyPr/>
          <a:lstStyle/>
          <a:p>
            <a:endParaRPr lang="en-AU"/>
          </a:p>
        </p:txBody>
      </p:sp>
      <p:sp>
        <p:nvSpPr>
          <p:cNvPr id="7" name="Freeform 7"/>
          <p:cNvSpPr/>
          <p:nvPr/>
        </p:nvSpPr>
        <p:spPr>
          <a:xfrm>
            <a:off x="12843747" y="2544548"/>
            <a:ext cx="1808825" cy="1600810"/>
          </a:xfrm>
          <a:custGeom>
            <a:avLst/>
            <a:gdLst/>
            <a:ahLst/>
            <a:cxnLst/>
            <a:rect l="l" t="t" r="r" b="b"/>
            <a:pathLst>
              <a:path w="1808825" h="1600810">
                <a:moveTo>
                  <a:pt x="0" y="0"/>
                </a:moveTo>
                <a:lnTo>
                  <a:pt x="1808825" y="0"/>
                </a:lnTo>
                <a:lnTo>
                  <a:pt x="1808825" y="1600810"/>
                </a:lnTo>
                <a:lnTo>
                  <a:pt x="0" y="160081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AU"/>
          </a:p>
        </p:txBody>
      </p:sp>
      <p:sp>
        <p:nvSpPr>
          <p:cNvPr id="8" name="Freeform 8"/>
          <p:cNvSpPr/>
          <p:nvPr/>
        </p:nvSpPr>
        <p:spPr>
          <a:xfrm>
            <a:off x="2636351" y="1717379"/>
            <a:ext cx="1091694" cy="657189"/>
          </a:xfrm>
          <a:custGeom>
            <a:avLst/>
            <a:gdLst/>
            <a:ahLst/>
            <a:cxnLst/>
            <a:rect l="l" t="t" r="r" b="b"/>
            <a:pathLst>
              <a:path w="1091694" h="657189">
                <a:moveTo>
                  <a:pt x="0" y="0"/>
                </a:moveTo>
                <a:lnTo>
                  <a:pt x="1091694" y="0"/>
                </a:lnTo>
                <a:lnTo>
                  <a:pt x="1091694" y="657189"/>
                </a:lnTo>
                <a:lnTo>
                  <a:pt x="0" y="657189"/>
                </a:lnTo>
                <a:lnTo>
                  <a:pt x="0" y="0"/>
                </a:lnTo>
                <a:close/>
              </a:path>
            </a:pathLst>
          </a:custGeom>
          <a:blipFill>
            <a:blip r:embed="rId5"/>
            <a:stretch>
              <a:fillRect/>
            </a:stretch>
          </a:blipFill>
        </p:spPr>
        <p:txBody>
          <a:bodyPr/>
          <a:lstStyle/>
          <a:p>
            <a:endParaRPr lang="en-AU"/>
          </a:p>
        </p:txBody>
      </p:sp>
      <p:sp>
        <p:nvSpPr>
          <p:cNvPr id="9" name="TextBox 9"/>
          <p:cNvSpPr txBox="1"/>
          <p:nvPr/>
        </p:nvSpPr>
        <p:spPr>
          <a:xfrm>
            <a:off x="1028700" y="1371600"/>
            <a:ext cx="16230600" cy="876301"/>
          </a:xfrm>
          <a:prstGeom prst="rect">
            <a:avLst/>
          </a:prstGeom>
        </p:spPr>
        <p:txBody>
          <a:bodyPr lIns="0" tIns="0" rIns="0" bIns="0" rtlCol="0" anchor="t">
            <a:spAutoFit/>
          </a:bodyPr>
          <a:lstStyle/>
          <a:p>
            <a:pPr algn="ctr">
              <a:lnSpc>
                <a:spcPts val="6000"/>
              </a:lnSpc>
            </a:pPr>
            <a:r>
              <a:rPr lang="en-US" sz="8000">
                <a:solidFill>
                  <a:srgbClr val="010A4F"/>
                </a:solidFill>
                <a:latin typeface="Abril Fatface"/>
                <a:ea typeface="Abril Fatface"/>
                <a:cs typeface="Abril Fatface"/>
                <a:sym typeface="Abril Fatface"/>
              </a:rPr>
              <a:t>Attendance matters</a:t>
            </a:r>
          </a:p>
        </p:txBody>
      </p:sp>
      <p:sp>
        <p:nvSpPr>
          <p:cNvPr id="10" name="TextBox 10"/>
          <p:cNvSpPr txBox="1"/>
          <p:nvPr/>
        </p:nvSpPr>
        <p:spPr>
          <a:xfrm>
            <a:off x="12677230" y="4356279"/>
            <a:ext cx="4316382" cy="3135249"/>
          </a:xfrm>
          <a:prstGeom prst="rect">
            <a:avLst/>
          </a:prstGeom>
        </p:spPr>
        <p:txBody>
          <a:bodyPr lIns="0" tIns="0" rIns="0" bIns="0" rtlCol="0" anchor="t">
            <a:spAutoFit/>
          </a:bodyPr>
          <a:lstStyle/>
          <a:p>
            <a:pPr algn="ctr">
              <a:lnSpc>
                <a:spcPts val="5011"/>
              </a:lnSpc>
            </a:pPr>
            <a:r>
              <a:rPr lang="en-US" sz="3579">
                <a:solidFill>
                  <a:srgbClr val="010A4F"/>
                </a:solidFill>
                <a:latin typeface="Canva Student Font"/>
                <a:ea typeface="Canva Student Font"/>
                <a:cs typeface="Canva Student Font"/>
                <a:sym typeface="Canva Student Font"/>
              </a:rPr>
              <a:t>Congratulations year 5, you were the Attendance winners of week 2!</a:t>
            </a:r>
          </a:p>
          <a:p>
            <a:pPr algn="ctr">
              <a:lnSpc>
                <a:spcPts val="5011"/>
              </a:lnSpc>
              <a:spcBef>
                <a:spcPct val="0"/>
              </a:spcBef>
            </a:pPr>
            <a:r>
              <a:rPr lang="en-US" sz="3579">
                <a:solidFill>
                  <a:srgbClr val="010A4F"/>
                </a:solidFill>
                <a:latin typeface="Canva Student Font"/>
                <a:ea typeface="Canva Student Font"/>
                <a:cs typeface="Canva Student Font"/>
                <a:sym typeface="Canva Student Font"/>
              </a:rPr>
              <a:t>Make sure you are at school on time, every day!​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467</Words>
  <Application>Microsoft Office PowerPoint</Application>
  <PresentationFormat>Custom</PresentationFormat>
  <Paragraphs>64</Paragraphs>
  <Slides>10</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10</vt:i4>
      </vt:variant>
    </vt:vector>
  </HeadingPairs>
  <TitlesOfParts>
    <vt:vector size="21" baseType="lpstr">
      <vt:lpstr>Abril Fatface</vt:lpstr>
      <vt:lpstr>Arimo</vt:lpstr>
      <vt:lpstr>Cerebri Medium</vt:lpstr>
      <vt:lpstr>Cerebri</vt:lpstr>
      <vt:lpstr>Canva Sans</vt:lpstr>
      <vt:lpstr>Cerebri Bold</vt:lpstr>
      <vt:lpstr>Canva Student Font</vt:lpstr>
      <vt:lpstr>Calibri</vt:lpstr>
      <vt:lpstr>IBM Plex Sans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TSS Term 2, Week 3</dc:title>
  <dc:creator>Summah</dc:creator>
  <cp:lastModifiedBy>Summah Brown</cp:lastModifiedBy>
  <cp:revision>1</cp:revision>
  <dcterms:created xsi:type="dcterms:W3CDTF">2006-08-16T00:00:00Z</dcterms:created>
  <dcterms:modified xsi:type="dcterms:W3CDTF">2026-05-04T09:29:49Z</dcterms:modified>
  <dc:identifier>DAHITdQh9ck</dc:identifier>
</cp:coreProperties>
</file>