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5083" y="1671638"/>
            <a:ext cx="439383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Planes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250579" y="2706588"/>
            <a:ext cx="47356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and Cultural Context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285875"/>
            <a:ext cx="8128099" cy="2087761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3360"/>
              </a:lnSpc>
              <a:spcAft>
                <a:spcPts val="15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affect characters.</a:t>
            </a:r>
            <a:endParaRPr lang="en-US" sz="2400" dirty="0"/>
          </a:p>
          <a:p>
            <a:pPr algn="l" marL="254000" indent="-254000">
              <a:lnSpc>
                <a:spcPts val="3360"/>
              </a:lnSpc>
              <a:spcAft>
                <a:spcPts val="15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differences between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Waleup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  <a:p>
            <a:pPr algn="l" marL="254000" indent="-254000">
              <a:lnSpc>
                <a:spcPts val="3360"/>
              </a:lnSpc>
              <a:spcAft>
                <a:spcPts val="15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'capital'</a:t>
            </a:r>
            <a:pPr algn="l" indent="0" marL="0">
              <a:lnSpc>
                <a:spcPts val="3360"/>
              </a:lnSpc>
              <a:spcAft>
                <a:spcPts val="15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Jason and Dylan.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2026-03-16T01:20:16Z</dcterms:created>
  <dcterms:modified xsi:type="dcterms:W3CDTF">2026-03-16T01:20:16Z</dcterms:modified>
</cp:coreProperties>
</file>