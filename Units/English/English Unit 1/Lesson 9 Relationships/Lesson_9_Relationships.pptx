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1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77BD"/>
                </a:solidFill>
              </a:rPr>
              <a:t>Lesson 9: Relationships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1579B"/>
                </a:solidFill>
              </a:rPr>
              <a:t>Dylan, Jack, and Grandfather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3200400"/>
            <a:ext cx="9144000" cy="91440"/>
          </a:xfrm>
          <a:prstGeom prst="rect">
            <a:avLst/>
          </a:prstGeom>
          <a:solidFill>
            <a:srgbClr val="03A9F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1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77BD"/>
                </a:solidFill>
              </a:rPr>
              <a:t>Early Tension: Dylan &amp; Jack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2F2F"/>
                </a:solidFill>
              </a:rPr>
              <a:t>Atmosphere in Waleup: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1579B"/>
                </a:solidFill>
              </a:rPr>
              <a:t>"The house was often dark, even when the sun was still up."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1579B"/>
                </a:solidFill>
              </a:rPr>
              <a:t>• Why does Jack stay in the dark?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1579B"/>
                </a:solidFill>
              </a:rPr>
              <a:t>• What does Dylan do to 'prop up' his father?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1579B"/>
                </a:solidFill>
              </a:rPr>
              <a:t>• How does the silence feel?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1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</a:rPr>
              <a:t>The 'Eagle Video' Symbol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1579B"/>
                </a:solidFill>
              </a:rPr>
              <a:t>Jack spends hours watching an old video of an eagle.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1579B"/>
                </a:solidFill>
              </a:rPr>
              <a:t>• What does the eagle represent?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1579B"/>
                </a:solidFill>
              </a:rPr>
              <a:t>• Why watch this instead of talking?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1579B"/>
                </a:solidFill>
              </a:rPr>
              <a:t>• How does it link to 'Flight'?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1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The 'Wind' Beneath the Wings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5E20"/>
                </a:solidFill>
              </a:rPr>
              <a:t>"Grandfather provides Dylan with the 'wind' he needs to fly, whereas his father is stuck on the ground."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5E20"/>
                </a:solidFill>
              </a:rPr>
              <a:t>• How is Grandpa's home different?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5E20"/>
                </a:solidFill>
              </a:rPr>
              <a:t>• Think about light, snacks, and stories.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1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579B"/>
                </a:solidFill>
              </a:rPr>
              <a:t>Grandfather's Influence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1579B"/>
                </a:solidFill>
              </a:rPr>
              <a:t>He didn't just teach me how to fold planes. He taught me why it mattered.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2F2F"/>
                </a:solidFill>
              </a:rPr>
              <a:t>How does Grandpa's energy affect Dylan's confidence?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1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48C"/>
                </a:solidFill>
              </a:rPr>
              <a:t>Summary: Compare &amp; Contrast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148C"/>
                </a:solidFill>
              </a:rPr>
              <a:t>Father (Jack): Grief, Silence, 'Stuck on Ground'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148C"/>
                </a:solidFill>
              </a:rPr>
              <a:t>Grandfather: Light, Support, 'Providing Wind'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1579B"/>
                </a:solidFill>
              </a:rPr>
              <a:t>Now, write your paragraph response!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2026-03-01T22:29:20Z</dcterms:created>
  <dcterms:modified xsi:type="dcterms:W3CDTF">2026-03-01T22:29:20Z</dcterms:modified>
</cp:coreProperties>
</file>