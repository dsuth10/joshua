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4675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Soaring with Sentences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406426"/>
            <a:ext cx="8128099" cy="1041202"/>
          </a:xfrm>
          <a:prstGeom prst="roundRect">
            <a:avLst>
              <a:gd name="adj" fmla="val 14637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0979" y="1596926"/>
            <a:ext cx="790204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</a:t>
            </a:r>
            <a:pPr algn="ctr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pPr algn="ctr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ctr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</a:t>
            </a:r>
            <a:pPr algn="ctr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Sentences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0979" y="1960066"/>
            <a:ext cx="790204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 English: Unit 1 Study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6149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25426"/>
            <a:ext cx="8128099" cy="1107281"/>
          </a:xfrm>
          <a:prstGeom prst="roundRect">
            <a:avLst>
              <a:gd name="adj" fmla="val 13763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215926"/>
            <a:ext cx="7902041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learning to identify and create simple, compound, and complex sentences to improve our narrative writing.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2323207"/>
            <a:ext cx="829066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2843957"/>
            <a:ext cx="8128099" cy="990302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use FANBOYS for compound sentences.</a:t>
            </a:r>
            <a:endParaRPr lang="en-US" sz="1800" dirty="0"/>
          </a:p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use subordinating conjunctions for complex sentences.</a:t>
            </a:r>
            <a:endParaRPr lang="en-US" sz="1800" dirty="0"/>
          </a:p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explain WHY a sentence is compound or complex.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52290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Simple Sentences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25426"/>
            <a:ext cx="8290661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Sentence</a:t>
            </a:r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one complete thought. It has a subject and a verb.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942207"/>
            <a:ext cx="8128099" cy="744141"/>
          </a:xfrm>
          <a:prstGeom prst="roundRect">
            <a:avLst>
              <a:gd name="adj" fmla="val 20480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2132707"/>
            <a:ext cx="790204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"Dylan lived in Waleup."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2876848"/>
            <a:ext cx="401584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</a:t>
            </a:r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Dylan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698950" y="2876848"/>
            <a:ext cx="401584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Verb:</a:t>
            </a:r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lived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437546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Sentences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25426"/>
            <a:ext cx="8290661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sentences joined by a </a:t>
            </a:r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coordinating conjunction</a:t>
            </a:r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942207"/>
            <a:ext cx="8128099" cy="744141"/>
          </a:xfrm>
          <a:prstGeom prst="roundRect">
            <a:avLst>
              <a:gd name="adj" fmla="val 20480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2132707"/>
            <a:ext cx="790204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1 + </a:t>
            </a:r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CONJUNCTION</a:t>
            </a:r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Sentence 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2876848"/>
            <a:ext cx="829066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</a:t>
            </a:r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FANBOYS: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7950" y="3430488"/>
            <a:ext cx="8290661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For, And, Nor, But, Or, Yet, So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8761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FANBOYS in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25426"/>
            <a:ext cx="829066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look at Dylan and Dad in Waleup: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579066"/>
            <a:ext cx="8128099" cy="1107281"/>
          </a:xfrm>
          <a:prstGeom prst="roundRect">
            <a:avLst>
              <a:gd name="adj" fmla="val 13763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1769566"/>
            <a:ext cx="7902041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"Dylan wanted to win the regional competition, </a:t>
            </a:r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</a:t>
            </a:r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 practiced every day."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2876848"/>
            <a:ext cx="829066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word </a:t>
            </a:r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"so"</a:t>
            </a:r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joins two complete ideas together!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93887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Sentences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25426"/>
            <a:ext cx="829066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main idea joined with a </a:t>
            </a:r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Idea</a:t>
            </a:r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(Dependent Clause).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579066"/>
            <a:ext cx="8128099" cy="744141"/>
          </a:xfrm>
          <a:prstGeom prst="roundRect">
            <a:avLst>
              <a:gd name="adj" fmla="val 20480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1769566"/>
            <a:ext cx="790204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Clause + </a:t>
            </a:r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Conjunction</a:t>
            </a:r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Dependent Clause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2513707"/>
            <a:ext cx="829066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dependent clause doesn't make sense on its own!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557168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Subordinating Conjunctions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25426"/>
            <a:ext cx="829066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words start a dependent clause: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579066"/>
            <a:ext cx="3937099" cy="1470422"/>
          </a:xfrm>
          <a:prstGeom prst="roundRect">
            <a:avLst>
              <a:gd name="adj" fmla="val 10364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1769566"/>
            <a:ext cx="3627221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</a:t>
            </a:r>
            <a:endParaRPr lang="en-US" sz="220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Although</a:t>
            </a:r>
            <a:endParaRPr lang="en-US" sz="220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698950" y="1579066"/>
            <a:ext cx="3937099" cy="1470422"/>
          </a:xfrm>
          <a:prstGeom prst="roundRect">
            <a:avLst>
              <a:gd name="adj" fmla="val 10364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89450" y="1769566"/>
            <a:ext cx="3627221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</a:t>
            </a:r>
            <a:endParaRPr lang="en-US" sz="220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220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47845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Practice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25426"/>
            <a:ext cx="829066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Competition Examples: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579066"/>
            <a:ext cx="8128099" cy="744141"/>
          </a:xfrm>
          <a:prstGeom prst="roundRect">
            <a:avLst>
              <a:gd name="adj" fmla="val 20480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1769566"/>
            <a:ext cx="790204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Although</a:t>
            </a:r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wind was strong, Dylan's plane flew straight."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2513707"/>
            <a:ext cx="829066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Clause</a:t>
            </a:r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gives us more information about the flight.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40968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Check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533376"/>
            <a:ext cx="8128099" cy="744141"/>
          </a:xfrm>
          <a:prstGeom prst="roundRect">
            <a:avLst>
              <a:gd name="adj" fmla="val 20480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0979" y="1723876"/>
            <a:ext cx="790204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"Jason was mean to Dylan </a:t>
            </a:r>
            <a:pPr algn="ctr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</a:t>
            </a:r>
            <a:pPr algn="ctr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 was jealous."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82274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Complex?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25426"/>
            <a:ext cx="829066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</a:t>
            </a:r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Sentence</a:t>
            </a:r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because: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579066"/>
            <a:ext cx="8128099" cy="1257002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uses the subordinating conjunction </a:t>
            </a:r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idea is "Jason was mean to Dylan".</a:t>
            </a:r>
            <a:endParaRPr lang="en-US" sz="1800" dirty="0"/>
          </a:p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dependent clause "because he was jealous" gives the reason but cannot stand alone.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40968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Check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533376"/>
            <a:ext cx="8128099" cy="744141"/>
          </a:xfrm>
          <a:prstGeom prst="roundRect">
            <a:avLst>
              <a:gd name="adj" fmla="val 20480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0979" y="1723876"/>
            <a:ext cx="790204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"Grandpa gave Dylan advice, </a:t>
            </a:r>
            <a:pPr algn="ctr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pPr algn="ctr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Dylan listened carefully."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425918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Compound?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25426"/>
            <a:ext cx="829066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</a:t>
            </a:r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Sentence</a:t>
            </a:r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because: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579066"/>
            <a:ext cx="8128099" cy="1257002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uses the FANBOYS conjunction </a:t>
            </a:r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parts ("Grandpa gave Dylan advice" and "Dylan listened carefully") are </a:t>
            </a:r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Clauses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could be two separate simple sentences!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40968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Check 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533376"/>
            <a:ext cx="8128099" cy="744141"/>
          </a:xfrm>
          <a:prstGeom prst="roundRect">
            <a:avLst>
              <a:gd name="adj" fmla="val 20480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0979" y="1723876"/>
            <a:ext cx="790204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pPr algn="ctr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pPr algn="ctr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Dylan threw the plane, it glided through the air."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82274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Complex?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25426"/>
            <a:ext cx="829066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</a:t>
            </a:r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Sentence</a:t>
            </a:r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because: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579066"/>
            <a:ext cx="8128099" cy="990302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starts with the subordinating conjunction </a:t>
            </a:r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Dylan threw the plane" is a </a:t>
            </a:r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Clause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needs the main idea ("it glided through the air") to make sense.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40968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Check 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533376"/>
            <a:ext cx="8128099" cy="744141"/>
          </a:xfrm>
          <a:prstGeom prst="roundRect">
            <a:avLst>
              <a:gd name="adj" fmla="val 20480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0979" y="1723876"/>
            <a:ext cx="790204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competition was tough, </a:t>
            </a:r>
            <a:pPr algn="ctr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</a:t>
            </a:r>
            <a:pPr algn="ctr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Dylan did not give up."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425918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it Compound?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25426"/>
            <a:ext cx="829066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</a:t>
            </a:r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Sentence</a:t>
            </a:r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because: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579066"/>
            <a:ext cx="8128099" cy="990302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uses the FANBOYS conjunction </a:t>
            </a:r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joins two equally important ideas together.</a:t>
            </a:r>
            <a:endParaRPr lang="en-US" sz="1800" dirty="0"/>
          </a:p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the "but", we would just have two simple sentences.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327685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 to Fly!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25426"/>
            <a:ext cx="829066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</a:t>
            </a:r>
            <a:pPr algn="l" indent="0" marL="0">
              <a:lnSpc>
                <a:spcPts val="286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Flight Manual</a:t>
            </a:r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worksheet.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579066"/>
            <a:ext cx="8128099" cy="1371302"/>
          </a:xfrm>
          <a:prstGeom prst="roundRect">
            <a:avLst>
              <a:gd name="adj" fmla="val 11114"/>
            </a:avLst>
          </a:prstGeom>
          <a:solidFill>
            <a:srgbClr val="3F72AF"/>
          </a:solidFill>
          <a:ln/>
          <a:effectLst>
            <a:outerShdw sx="100000" sy="100000" kx="0" ky="0" algn="bl" rotWithShape="0" blurRad="9525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1769566"/>
            <a:ext cx="7747099" cy="926902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the expanded clauses.</a:t>
            </a:r>
            <a:endParaRPr lang="en-US" sz="1800" dirty="0"/>
          </a:p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the sentences using FANBOYS or subordinating conjunctions.</a:t>
            </a:r>
            <a:endParaRPr lang="en-US" sz="1800" dirty="0"/>
          </a:p>
          <a:p>
            <a:pPr algn="l" marL="158750" indent="-15875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own Paper Planes adventure!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2026-03-09T22:12:54Z</dcterms:created>
  <dcterms:modified xsi:type="dcterms:W3CDTF">2026-03-09T22:12:54Z</dcterms:modified>
</cp:coreProperties>
</file>