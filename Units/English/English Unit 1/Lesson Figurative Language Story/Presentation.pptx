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8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13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644319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Painting Pictures with Words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730276"/>
            <a:ext cx="8128099" cy="2101304"/>
          </a:xfrm>
          <a:prstGeom prst="roundRect">
            <a:avLst>
              <a:gd name="adj" fmla="val 9066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48" y="1984177"/>
            <a:ext cx="777270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Crafting a Narrative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648" y="3150989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Figurative Language and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15695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Shape of a Story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story is like a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rollercoaster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712565"/>
            <a:ext cx="8128099" cy="1787872"/>
          </a:xfrm>
          <a:prstGeom prst="roundRect">
            <a:avLst>
              <a:gd name="adj" fmla="val 1065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1966466"/>
            <a:ext cx="7772704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a structure to take the reader on an exciting journey, slowly</a:t>
            </a:r>
            <a:endParaRPr lang="en-US" sz="2400" dirty="0"/>
          </a:p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building up tension before the thrilling drop!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87056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Narrative Arc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39510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712565"/>
            <a:ext cx="39510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omplication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329755"/>
            <a:ext cx="39510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7950" y="2946946"/>
            <a:ext cx="39510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esolution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762500" y="1095375"/>
            <a:ext cx="39510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Who, where, when.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62500" y="1712565"/>
            <a:ext cx="39510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arises.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62500" y="2329755"/>
            <a:ext cx="39510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of highest tension.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62500" y="2946946"/>
            <a:ext cx="39510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problem is solved.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611803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in "Paper Planes"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128099" cy="4256633"/>
          </a:xfrm>
          <a:prstGeom prst="roundRect">
            <a:avLst>
              <a:gd name="adj" fmla="val 447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349276"/>
            <a:ext cx="777270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Dylan and Grandpa in their dusty Outback home.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1851" y="2393156"/>
            <a:ext cx="777270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Jason destroys Dylan's plane / The bullying begins.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3437037"/>
            <a:ext cx="777270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Climax: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final throw at the Australian Championships in Sydney.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1851" y="448091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Dylan makes it to the World championships.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3647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Descriptive Language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4"/>
            <a:ext cx="8290661" cy="1361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is the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is the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and clothes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2520255"/>
            <a:ext cx="8128099" cy="1361182"/>
          </a:xfrm>
          <a:prstGeom prst="roundRect">
            <a:avLst>
              <a:gd name="adj" fmla="val 1399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2774156"/>
            <a:ext cx="777270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Noun Groups and Verb Groups to add rich details to our writing.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6747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 our Sentences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boy threw the plane."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6669" y="1712565"/>
            <a:ext cx="8290661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32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7950" y="2472035"/>
            <a:ext cx="8128099" cy="1787872"/>
          </a:xfrm>
          <a:prstGeom prst="roundRect">
            <a:avLst>
              <a:gd name="adj" fmla="val 1065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1851" y="2725936"/>
            <a:ext cx="7772704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determined young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boy [Noun Group]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aggressively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hurled [Verb Group] the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crumpled paper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plane [Noun Group]."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0790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Figurative Language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Figurative language is the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effects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your story.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966466"/>
            <a:ext cx="3873550" cy="1787872"/>
          </a:xfrm>
          <a:prstGeom prst="roundRect">
            <a:avLst>
              <a:gd name="adj" fmla="val 1065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8194" y="2220367"/>
            <a:ext cx="3433063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Similes</a:t>
            </a:r>
            <a:endParaRPr lang="en-US" sz="2400" dirty="0"/>
          </a:p>
          <a:p>
            <a:pPr marL="0" indent="0" algn="ctr">
              <a:lnSpc>
                <a:spcPts val="3360"/>
              </a:lnSpc>
              <a:buNone/>
            </a:pPr>
            <a:endParaRPr lang="en-US" sz="2400" dirty="0"/>
          </a:p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Metaphors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62500" y="1966466"/>
            <a:ext cx="3873550" cy="1787872"/>
          </a:xfrm>
          <a:prstGeom prst="roundRect">
            <a:avLst>
              <a:gd name="adj" fmla="val 1065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82743" y="2220367"/>
            <a:ext cx="3433063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Personification</a:t>
            </a:r>
            <a:endParaRPr lang="en-US" sz="2400" dirty="0"/>
          </a:p>
          <a:p>
            <a:pPr marL="0" indent="0" algn="ctr">
              <a:lnSpc>
                <a:spcPts val="3360"/>
              </a:lnSpc>
              <a:buNone/>
            </a:pPr>
            <a:endParaRPr lang="en-US" sz="2400" dirty="0"/>
          </a:p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137383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two things using the words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2093565"/>
            <a:ext cx="8128099" cy="1488132"/>
          </a:xfrm>
          <a:prstGeom prst="roundRect">
            <a:avLst>
              <a:gd name="adj" fmla="val 12801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2347466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Planes Example: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290110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paper plane shot forward </a:t>
            </a:r>
            <a:r>
              <a:rPr lang="en-US" sz="2400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</a:t>
            </a: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silver bullet."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209854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Metaphor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two things by saying one thing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another.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2093565"/>
            <a:ext cx="8128099" cy="1488132"/>
          </a:xfrm>
          <a:prstGeom prst="roundRect">
            <a:avLst>
              <a:gd name="adj" fmla="val 12801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2347466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Planes Example: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290110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"Jason </a:t>
            </a:r>
            <a:r>
              <a:rPr lang="en-US" sz="2400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</a:t>
            </a: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thunderstorm of anger when he lost."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36869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Personification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qualities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animals or objects.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2093565"/>
            <a:ext cx="8128099" cy="1914823"/>
          </a:xfrm>
          <a:prstGeom prst="roundRect">
            <a:avLst>
              <a:gd name="adj" fmla="val 9949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2347466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Planes Example: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2901107"/>
            <a:ext cx="777270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wind </a:t>
            </a:r>
            <a:r>
              <a:rPr lang="en-US" sz="2400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snatched</a:t>
            </a: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folded paper aggressively from Dylan's hands."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150286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phrases that have a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hidden, figurative meaning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—they don't mean exactly what the words say!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2393156"/>
            <a:ext cx="8128099" cy="1914823"/>
          </a:xfrm>
          <a:prstGeom prst="roundRect">
            <a:avLst>
              <a:gd name="adj" fmla="val 9949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264705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Planes Example: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3200698"/>
            <a:ext cx="777270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his plane crossed the finish line, Dylan was </a:t>
            </a:r>
            <a:r>
              <a:rPr lang="en-US" sz="2400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cloud nine</a:t>
            </a: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653003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Bringing Characters to Life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characters speak, we use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Marks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(" ") to show their exact words.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2393156"/>
            <a:ext cx="3951021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1:</a:t>
            </a:r>
            <a:endParaRPr lang="en-US" sz="2400" dirty="0"/>
          </a:p>
          <a:p>
            <a:pPr marL="0" indent="0" algn="l">
              <a:lnSpc>
                <a:spcPts val="3360"/>
              </a:lnSpc>
              <a:buNone/>
            </a:pPr>
            <a:endParaRPr lang="en-US" sz="2400" dirty="0"/>
          </a:p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Speaker, New Line!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762500" y="2393156"/>
            <a:ext cx="3951021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2:</a:t>
            </a:r>
            <a:endParaRPr lang="en-US" sz="2400" dirty="0"/>
          </a:p>
          <a:p>
            <a:pPr marL="0" indent="0" algn="l">
              <a:lnSpc>
                <a:spcPts val="3360"/>
              </a:lnSpc>
              <a:buNone/>
            </a:pPr>
            <a:endParaRPr lang="en-US" sz="2400" dirty="0"/>
          </a:p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Punctuation goes INSIDE the closing speech mark.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18428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Marks Example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look at how we punctuate conversation: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966466"/>
            <a:ext cx="8128099" cy="1787872"/>
          </a:xfrm>
          <a:prstGeom prst="roundRect">
            <a:avLst>
              <a:gd name="adj" fmla="val 1065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222036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this!</a:t>
            </a: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yelled Dylan excitedly.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264705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just a piece of paper,</a:t>
            </a: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muttered Jason.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1851" y="307374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see,</a:t>
            </a:r>
            <a:r>
              <a:rPr lang="en-US" sz="2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Dylan replied with a grin.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424</Words>
  <Application>Microsoft Office PowerPoint</Application>
  <PresentationFormat>On-screen Show (16:9)</PresentationFormat>
  <Paragraphs>79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SUTHERLAND, Douglas (dsuth10)</cp:lastModifiedBy>
  <cp:revision>2</cp:revision>
  <dcterms:created xsi:type="dcterms:W3CDTF">2026-03-04T22:14:44Z</dcterms:created>
  <dcterms:modified xsi:type="dcterms:W3CDTF">2026-03-04T22:19:37Z</dcterms:modified>
</cp:coreProperties>
</file>