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Mastering Speech Marks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F72AF"/>
                </a:solidFill>
              </a:rPr>
              <a:t>A Guide to Direct Speech &amp; Punctuation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3200400"/>
            <a:ext cx="9144000" cy="182880"/>
          </a:xfrm>
          <a:prstGeom prst="rect">
            <a:avLst/>
          </a:prstGeom>
          <a:solidFill>
            <a:srgbClr val="03A9F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2D4E"/>
                </a:solidFill>
              </a:rPr>
              <a:t>Rule 1: The 'Container'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2D4E"/>
                </a:solidFill>
              </a:rPr>
              <a:t>Speech marks (" ") only go around the words that come out of someone's mouth.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A9F4"/>
                </a:solidFill>
              </a:rPr>
              <a:t>Example: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112D4E"/>
                </a:solidFill>
              </a:rPr>
              <a:t>"I built this plane myself," said Dylan.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2D4E"/>
                </a:solidFill>
              </a:rPr>
              <a:t>Rule 2: Start with a Capital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2D4E"/>
                </a:solidFill>
              </a:rPr>
              <a:t>The first word of speech always starts with a capital letter, even if it's in the middle of a sentence.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12D4E"/>
                </a:solidFill>
              </a:rPr>
              <a:t>Dylan whispered, "That is a great throw!"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2194560"/>
            <a:ext cx="457200" cy="548640"/>
          </a:xfrm>
          <a:prstGeom prst="rect">
            <a:avLst/>
          </a:prstGeom>
          <a:solidFill>
            <a:srgbClr val="FF9800">
              <a:alpha val="3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2D4E"/>
                </a:solidFill>
              </a:rPr>
              <a:t>Rule 3: Punctuation Lives Inside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2D4E"/>
                </a:solidFill>
              </a:rPr>
              <a:t>Commas, full stops, and question marks stay INSIDE the speech marks at the end of the speech.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0" y="22860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12D4E"/>
                </a:solidFill>
              </a:rPr>
              <a:t>"Will we win?" asked Dylan.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32F2F"/>
                </a:solidFill>
              </a:rPr>
              <a:t>NOT: "Will we win"?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2D4E"/>
                </a:solidFill>
              </a:rPr>
              <a:t>Rule 4: The Reporting Comma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2D4E"/>
                </a:solidFill>
              </a:rPr>
              <a:t>If you say who is speaking first, put a comma before the speech starts.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12D4E"/>
                </a:solidFill>
              </a:rPr>
              <a:t>Jack said, "Try holding it like this."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0" y="2468880"/>
            <a:ext cx="182880" cy="182880"/>
          </a:xfrm>
          <a:prstGeom prst="ellipse">
            <a:avLst/>
          </a:prstGeom>
          <a:solidFill>
            <a:srgbClr val="FF98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2D4E"/>
                </a:solidFill>
              </a:rPr>
              <a:t>Variety Check!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2D4E"/>
                </a:solidFill>
              </a:rPr>
              <a:t>1. "Look!" Kevin pointed at the sky.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2D4E"/>
                </a:solidFill>
              </a:rPr>
              <a:t>2. "Is that the prize?" wondered Dylan.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2D4E"/>
                </a:solidFill>
              </a:rPr>
              <a:t>3. "I hope," Jack sighed, "that it stays up."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32F2F"/>
                </a:solidFill>
              </a:rPr>
              <a:t>Spot the Error!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2D4E"/>
                </a:solidFill>
              </a:rPr>
              <a:t>What is wrong with this sentence?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2D4E"/>
                </a:solidFill>
              </a:rPr>
              <a:t>dylan said "keep your arm straight".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57575"/>
                </a:solidFill>
              </a:rPr>
              <a:t>Answers: No capital 'D', missing comma, no capital 'K', period is outside.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You've Mastered Speech Marks!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F72AF"/>
                </a:solidFill>
              </a:rPr>
              <a:t>Now go and use them in your writing!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2026-03-02T01:22:06Z</dcterms:created>
  <dcterms:modified xsi:type="dcterms:W3CDTF">2026-03-02T01:22:06Z</dcterms:modified>
</cp:coreProperties>
</file>