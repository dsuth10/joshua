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Mastering Speech Marks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F72AF"/>
                </a:solidFill>
              </a:rPr>
              <a:t>A Guide to Direct Speech &amp; Punctuation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3200400"/>
            <a:ext cx="9144000" cy="182880"/>
          </a:xfrm>
          <a:prstGeom prst="rect">
            <a:avLst/>
          </a:prstGeom>
          <a:solidFill>
            <a:srgbClr val="03A9F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Rule 1: The 'Container'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2D4E"/>
                </a:solidFill>
              </a:rPr>
              <a:t>Speech marks (" ") only go around the words that come out of someone's mouth.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12D4E"/>
                </a:solidFill>
              </a:rPr>
              <a:t>"I built this plane myself," said Dylan.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Rule 2: Start with a Capital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2D4E"/>
                </a:solidFill>
              </a:rPr>
              <a:t>Dylan whispered, "That is a great throw!"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194560"/>
            <a:ext cx="457200" cy="548640"/>
          </a:xfrm>
          <a:prstGeom prst="rect">
            <a:avLst/>
          </a:prstGeom>
          <a:solidFill>
            <a:srgbClr val="FF9800">
              <a:alpha val="3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Rule 3: Punctuation Lives Inside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2D4E"/>
                </a:solidFill>
              </a:rPr>
              <a:t>"Will we win?" asked Dylan.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Rule 4: The Reporting Comma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2D4E"/>
                </a:solidFill>
              </a:rPr>
              <a:t>Jack said, "Try holding it like this."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2468880"/>
            <a:ext cx="182880" cy="182880"/>
          </a:xfrm>
          <a:prstGeom prst="ellipse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D4E"/>
                </a:solidFill>
              </a:rPr>
              <a:t>Variety Check!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2D4E"/>
                </a:solidFill>
              </a:rPr>
              <a:t>1. "Look!" Kevin pointed at the sky.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2D4E"/>
                </a:solidFill>
              </a:rPr>
              <a:t>2. "I hope," Jack sighed, "that it stays up."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2F2F"/>
                </a:solidFill>
              </a:rPr>
              <a:t>Spot the Error! #1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2D4E"/>
                </a:solidFill>
              </a:rPr>
              <a:t>dylan said "keep your arm straight".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2F2F"/>
                </a:solidFill>
              </a:rPr>
              <a:t>Spot the Error! #2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2D4E"/>
                </a:solidFill>
              </a:rPr>
              <a:t>"I can't believe it"! yelled Jason.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2F2F"/>
                </a:solidFill>
              </a:rPr>
              <a:t>Spot the Error! #3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2D4E"/>
                </a:solidFill>
              </a:rPr>
              <a:t>Grandfather asked "Are you ready?"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2F2F"/>
                </a:solidFill>
              </a:rPr>
              <a:t>Spot the Error! #4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2D4E"/>
                </a:solidFill>
              </a:rPr>
              <a:t>Kevin shouted, "watch out!"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2F2F"/>
                </a:solidFill>
              </a:rPr>
              <a:t>Spot the Error! #5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2D4E"/>
                </a:solidFill>
              </a:rPr>
              <a:t>Hold it steady "said Jack."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32F2F"/>
                </a:solidFill>
              </a:rPr>
              <a:t>Spot the Error! #6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2D4E"/>
                </a:solidFill>
              </a:rPr>
              <a:t>"We should go," whispered Dylan "Before it rains."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13 Slides Ready!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2026-03-02T01:26:58Z</dcterms:created>
  <dcterms:modified xsi:type="dcterms:W3CDTF">2026-03-02T01:26:58Z</dcterms:modified>
</cp:coreProperties>
</file>