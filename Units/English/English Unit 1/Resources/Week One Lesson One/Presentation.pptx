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8407" y="792807"/>
            <a:ext cx="1067187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0"/>
              </a:spcBef>
              <a:spcAft>
                <a:spcPts val="6000"/>
              </a:spcAft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658541" y="2818358"/>
            <a:ext cx="5826770" cy="2294334"/>
          </a:xfrm>
          <a:prstGeom prst="roundRect">
            <a:avLst>
              <a:gd name="adj" fmla="val 11071"/>
            </a:avLst>
          </a:prstGeom>
          <a:solidFill>
            <a:srgbClr val="112D4E">
              <a:alpha val="80000"/>
            </a:srgbClr>
          </a:solidFill>
          <a:ln w="47625">
            <a:solidFill>
              <a:srgbClr val="F96D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37470" y="3246983"/>
            <a:ext cx="506891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037470" y="4078784"/>
            <a:ext cx="50689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992"/>
              </a:spcAft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1, Lesson 1: Our Aussie World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15926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2359" y="317450"/>
            <a:ext cx="867928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Australian Outback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26669" y="2341662"/>
            <a:ext cx="8290661" cy="106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Dusty roads, red earth, and endless horizons. This is where Dylan's story begins.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Dylan &amp; Waleup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4430420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1500"/>
              </a:spcAft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 lives in a small, remote town called </a:t>
            </a:r>
            <a:pPr algn="l" indent="0" marL="0">
              <a:lnSpc>
                <a:spcPts val="3080"/>
              </a:lnSpc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Waleup</a:t>
            </a:r>
            <a:pPr algn="l" indent="0" marL="0">
              <a:lnSpc>
                <a:spcPts val="3080"/>
              </a:lnSpc>
              <a:spcAft>
                <a:spcPts val="1500"/>
              </a:spcAft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2258318"/>
            <a:ext cx="4430420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1500"/>
              </a:spcAft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hot, dry, and a long way from the big city.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3230761"/>
            <a:ext cx="4430420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1500"/>
              </a:spcAft>
              <a:buNone/>
            </a:pPr>
            <a:r>
              <a:rPr lang="en-US" sz="22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How would living here change your daily life?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32499" y="1285875"/>
            <a:ext cx="3403550" cy="2917329"/>
          </a:xfrm>
          <a:prstGeom prst="roundRect">
            <a:avLst>
              <a:gd name="adj" fmla="val 6530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0" y="1539776"/>
            <a:ext cx="29536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Profile: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0" y="2057698"/>
            <a:ext cx="29536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Dylan Webber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2575620"/>
            <a:ext cx="29536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Waleup, WA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3093541"/>
            <a:ext cx="2953664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Passion: ???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Predictions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38225"/>
            <a:ext cx="4000500" cy="1431727"/>
          </a:xfrm>
          <a:prstGeom prst="roundRect">
            <a:avLst>
              <a:gd name="adj" fmla="val 10644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3393" y="1758851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3393" y="2088952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Dylan and his dad get along?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35401" y="1038225"/>
            <a:ext cx="4000649" cy="1431727"/>
          </a:xfrm>
          <a:prstGeom prst="roundRect">
            <a:avLst>
              <a:gd name="adj" fmla="val 10644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0842" y="1758851"/>
            <a:ext cx="37697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0842" y="2088952"/>
            <a:ext cx="37697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Jason going to be a friend or a rival?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950" y="2596902"/>
            <a:ext cx="4000500" cy="1660327"/>
          </a:xfrm>
          <a:prstGeom prst="roundRect">
            <a:avLst>
              <a:gd name="adj" fmla="val 9179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3393" y="3317528"/>
            <a:ext cx="3769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3393" y="3647629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Dylan want more than anything?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5401" y="2596902"/>
            <a:ext cx="4000649" cy="1660327"/>
          </a:xfrm>
          <a:prstGeom prst="roundRect">
            <a:avLst>
              <a:gd name="adj" fmla="val 9179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0842" y="3317528"/>
            <a:ext cx="37697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0842" y="3647629"/>
            <a:ext cx="3769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Dylan watch the eagles so closely?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Quest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65684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Find </a:t>
            </a:r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Australia</a:t>
            </a:r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your map.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966466"/>
            <a:ext cx="65684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Mark the location of </a:t>
            </a:r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Perth</a:t>
            </a:r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647057"/>
            <a:ext cx="65684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Imagine where </a:t>
            </a:r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Waleup</a:t>
            </a:r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might be hidden!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55545" y="1585466"/>
            <a:ext cx="1180505" cy="1442591"/>
          </a:xfrm>
          <a:prstGeom prst="roundRect">
            <a:avLst>
              <a:gd name="adj" fmla="val 77458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36545" y="1966466"/>
            <a:ext cx="4268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15926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2359" y="317450"/>
            <a:ext cx="867928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Read?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12156" y="1469827"/>
            <a:ext cx="5119688" cy="2311003"/>
          </a:xfrm>
          <a:prstGeom prst="roundRect">
            <a:avLst>
              <a:gd name="adj" fmla="val 10991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19938" y="1723727"/>
            <a:ext cx="470412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1: The Beginning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66057" y="2260253"/>
            <a:ext cx="4611886" cy="126667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descriptions of the wind.</a:t>
            </a:r>
            <a:endParaRPr lang="en-US" sz="20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how Dylan's dad reacts to him.</a:t>
            </a:r>
            <a:endParaRPr lang="en-US" sz="20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'Aussie' word.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4533900"/>
            <a:ext cx="9144000" cy="609600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2026-02-26T01:32:00Z</dcterms:created>
  <dcterms:modified xsi:type="dcterms:W3CDTF">2026-02-26T01:32:00Z</dcterms:modified>
</cp:coreProperties>
</file>