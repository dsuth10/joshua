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Figurative Language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Year 5 English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Similes, Metaphors, and Personification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solidFill>
            <a:srgbClr val="F4F6F6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</a:rPr>
              <a:t>Bringing our writing to life!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Learning Intentions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4053"/>
                </a:solidFill>
              </a:rPr>
              <a:t>WALT: We Are Learning To...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Identify and use similes, metaphors, and personification to enhance our writing.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4053"/>
                </a:solidFill>
              </a:rPr>
              <a:t>WILF: What I Look For...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I can define each device, find them in text, and write my own examples.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Simile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4053"/>
                </a:solidFill>
              </a:rPr>
              <a:t>Definition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A simile compares two different things using 'like' or 'as'.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solidFill>
            <a:srgbClr val="F4F6F6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0000"/>
                </a:solidFill>
              </a:rPr>
              <a:t>Example: "The athlete ran as fast as lightning."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More Similes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As cool as a cucumber.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Fought like cats and dogs.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As blind as a bat.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Slept like a log.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Metaphor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4053"/>
                </a:solidFill>
              </a:rPr>
              <a:t>Definition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A metaphor says one thing IS another thing. It is not literal!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solidFill>
            <a:srgbClr val="F4F6F6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0000"/>
                </a:solidFill>
              </a:rPr>
              <a:t>Example: "The classroom was a zoo."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More Metaphors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You are my sunshine.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Life is a highway.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He is a night owl.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The world is a stage.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Personification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4053"/>
                </a:solidFill>
              </a:rPr>
              <a:t>Definition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Personification gives human qualities to non-human things.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solidFill>
            <a:srgbClr val="F4F6F6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0000"/>
                </a:solidFill>
              </a:rPr>
              <a:t>Example: "The wind whispered through the dark trees."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More Personification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The alarm clock yelled at me.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The camera loves her.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The fire swallowed the forest.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The stars danced.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Worksheet Review: Q1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Identify: Simile (S), Metaphor (M), or Personification (P)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solidFill>
            <a:srgbClr val="F4F6F6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1. The library was as quiet as a tomb.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Answer: Simile (S)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Worksheet Review: Q2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Identify: Simile (S), Metaphor (M), or Personification (P)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solidFill>
            <a:srgbClr val="F4F6F6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2. The stars danced playfully in the moonlit sky.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Answer: Personification (P)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Worksheet Review: Q3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Identify: Simile (S), Metaphor (M), or Personification (P)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solidFill>
            <a:srgbClr val="F4F6F6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3. Life is a roller coaster.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Answer: Metaphor (M)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Worksheet Review: Q4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Identify: Simile (S), Metaphor (M), or Personification (P)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solidFill>
            <a:srgbClr val="F4F6F6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4. The ancient car groaned as it climbed the hill.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Answer: Personification (P)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Worksheet Review: Q5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Identify: Simile (S), Metaphor (M), or Personification (P)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solidFill>
            <a:srgbClr val="F4F6F6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5. His eyes were like sparkling emeralds.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Answer: Simile (S)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Worksheet Review: Q6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Identify: Simile (S), Metaphor (M), or Personification (P)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solidFill>
            <a:srgbClr val="F4F6F6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6. The ocean's waves reached out and grabbed the sand.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Answer: Personification (P)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Worksheet Review: Q7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Identify: Simile (S), Metaphor (M), or Personification (P)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solidFill>
            <a:srgbClr val="F4F6F6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7. He has a heart of stone.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Answer: Metaphor (M)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Worksheet Review: Q8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Identify: Simile (S), Metaphor (M), or Personification (P)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solidFill>
            <a:srgbClr val="F4F6F6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8. The clouds were like giant marshmallows.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Answer: Simile (S)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Worksheet Review: Q9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Identify: Simile (S), Metaphor (M), or Personification (P)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solidFill>
            <a:srgbClr val="F4F6F6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9. The moon was a glowing lantern in the sky.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Answer: Metaphor (M)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Worksheet Review: Q10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Identify: Simile (S), Metaphor (M), or Personification (P)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solidFill>
            <a:srgbClr val="F4F6F6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10. The skyscrapers poked their heads into the clouds.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Answer: Personification (P)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Figurative Language - Year 5 English</dc:title>
  <dc:subject>PptxGenJS Presentation</dc:subject>
  <dc:creator>Antigravity Assistant</dc:creator>
  <cp:lastModifiedBy>Antigravity Assistant</cp:lastModifiedBy>
  <cp:revision>1</cp:revision>
  <dcterms:created xsi:type="dcterms:W3CDTF">2026-02-23T22:46:43Z</dcterms:created>
  <dcterms:modified xsi:type="dcterms:W3CDTF">2026-02-23T22:46:43Z</dcterms:modified>
</cp:coreProperties>
</file>