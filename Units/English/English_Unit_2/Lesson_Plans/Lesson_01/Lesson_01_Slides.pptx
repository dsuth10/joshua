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1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People Write?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B12E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and Audience in the Cyclone Archive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5 English — Unit 2 — Sequence 1, Week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Tarampa State School · Term 2,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Unit 2 — Learning intention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focus: Examining, creating and sharing informative texts.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identify the purpose and audience of an informative text.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(AC9E5LY03, AC9E5LA03)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 — I am successful when I can: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Say what this text is trying to do (its purpose).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Say who the text is written for (its audience).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Give at least one clue from the Cyclone Archive hub page that supports my ideas.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— Prior knowledge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Think, pair, share: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do you already know about cyclones?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informative texts have you read before (websites, brochures, reports, news explainers)?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use your worksheet: K (Know) and W (Want to know) columns.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note: Record a few class ideas on the board to refer back to at the end (L column).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assessment — Parts A, B and 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(Week 7): Short written responses about an informative archive text.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 (Weeks 5–7): Written multimodal information report on a natural disaster topic.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C (Week 8): Multimodal presentation to an audience.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begin with reading like writers: we study the Cyclone Archive so we can later create our own informative texts.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Cyclone Archive — hub page</a:t>
            </a:r>
            <a:endParaRPr lang="en-US" sz="2200" dirty="0"/>
          </a:p>
        </p:txBody>
      </p:sp>
      <p:pic>
        <p:nvPicPr>
          <p:cNvPr id="4" name="Image 0" descr="C:\Users\dsuth\Documents\Joshua\Units\English\English_Unit_2\Unit_Plan\Lesson_01_Screenshots\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566928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80760" y="1005840"/>
            <a:ext cx="2788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viewing the home page (hub) of the archive.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we explore, ask: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is this site for?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Who is meant to read it?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 1 — Hero banner (title and deck)</a:t>
            </a:r>
            <a:endParaRPr lang="en-US" sz="2200" dirty="0"/>
          </a:p>
        </p:txBody>
      </p:sp>
      <p:pic>
        <p:nvPicPr>
          <p:cNvPr id="4" name="Image 0" descr="C:\Users\dsuth\Documents\Joshua\Units\English\English_Unit_2\Unit_Plan\Lesson_01_Screenshots\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5120640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868680"/>
            <a:ext cx="32461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Why might the writer open with "An immersive study in atmospheric power"?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Who do you think this website is for — primary students, secondary students, or the general public? What clues help you decide?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Does the headline sound more like a storybook, an advertisement, or an information source?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 2 — Statistics strip</a:t>
            </a:r>
            <a:endParaRPr lang="en-US" sz="2200" dirty="0"/>
          </a:p>
        </p:txBody>
      </p:sp>
      <p:pic>
        <p:nvPicPr>
          <p:cNvPr id="4" name="Image 0" descr="C:\Users\dsuth\Documents\Joshua\Units\English\English_Unit_2\Unit_Plan\Lesson_01_Screenshots\sta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5120640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868680"/>
            <a:ext cx="32461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Why place big numbers (6 events, 295+ km/h, 112 years, Cat 5) near the top?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message do these statistics send about the topic before you read further?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How does this connect to the purpose of an informative text?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 3 — Section introduction (Australian Cyclone Events)</a:t>
            </a:r>
            <a:endParaRPr lang="en-US" sz="2200" dirty="0"/>
          </a:p>
        </p:txBody>
      </p:sp>
      <p:pic>
        <p:nvPicPr>
          <p:cNvPr id="4" name="Image 0" descr="C:\Users\dsuth\Documents\Joshua\Units\English\English_Unit_2\Unit_Plan\Lesson_01_Screenshots\editorial_int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5120640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868680"/>
            <a:ext cx="32461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Is this section mainly trying to entertain us, persuade us, or inform us? How can you tell?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Pick one phrase that sounds factual rather than opinionated.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Who would need this overview before reading the individual cyclone stories?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 4 — Chapter cards (six events)</a:t>
            </a:r>
            <a:endParaRPr lang="en-US" sz="2200" dirty="0"/>
          </a:p>
        </p:txBody>
      </p:sp>
      <p:pic>
        <p:nvPicPr>
          <p:cNvPr id="4" name="Image 0" descr="C:\Users\dsuth\Documents\Joshua\Units\English\English_Unit_2\Unit_Plan\Lesson_01_Screenshots\card_gri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5120640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868680"/>
            <a:ext cx="32461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Why split the archive into six separate events instead of one long page?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How do the cards help a reader choose where to go next?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do the cards have in common (layout, data, link)? Why would the designer repeat that pattern?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 5 — One card in detail (Cyclone Tracy)</a:t>
            </a:r>
            <a:endParaRPr lang="en-US" sz="2200" dirty="0"/>
          </a:p>
        </p:txBody>
      </p:sp>
      <p:pic>
        <p:nvPicPr>
          <p:cNvPr id="4" name="Image 0" descr="C:\Users\dsuth\Documents\Joshua\Units\English\English_Unit_2\Unit_Plan\Lesson_01_Screenshots\card_trac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5120640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868680"/>
            <a:ext cx="32461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information is repeated on each card (winds, damage, links, teaser text)?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Why give a short teaser before the reader clicks through to the full story?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How does the image in the background support meaning, even when it is faint?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 6 — Understanding cyclones through evidence</a:t>
            </a:r>
            <a:endParaRPr lang="en-US" sz="2200" dirty="0"/>
          </a:p>
        </p:txBody>
      </p:sp>
      <p:pic>
        <p:nvPicPr>
          <p:cNvPr id="4" name="Image 0" descr="C:\Users\dsuth\Documents\Joshua\Units\English\English_Unit_2\Unit_Plan\Lesson_01_Screenshots\section_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5120640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868680"/>
            <a:ext cx="32461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three kinds of evidence does the archive promise (look at the three labelled blocks)?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Why would an informative text bring together primary sources, meteorological data, and human impact?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Which block would a scientist care about most? Which might a historian care about most?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 7 — Navigation: header and footer links</a:t>
            </a:r>
            <a:endParaRPr lang="en-US" sz="2200" dirty="0"/>
          </a:p>
        </p:txBody>
      </p:sp>
      <p:pic>
        <p:nvPicPr>
          <p:cNvPr id="4" name="Image 0" descr="C:\Users\dsuth\Documents\Joshua\Units\English\English_Unit_2\Unit_Plan\Lesson_01_Screenshots\nav_hea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8503920" cy="868680"/>
          </a:xfrm>
          <a:prstGeom prst="rect">
            <a:avLst/>
          </a:prstGeom>
        </p:spPr>
      </p:pic>
      <p:pic>
        <p:nvPicPr>
          <p:cNvPr id="5" name="Image 1" descr="C:\Users\dsuth\Documents\Joshua\Units\English\English_Unit_2\Unit_Plan\Lesson_01_Screenshots\footer_link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" y="1874520"/>
            <a:ext cx="8503920" cy="10515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1480" y="3063240"/>
            <a:ext cx="8321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How do you move around this website using the header?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How does the footer compare to an index in a book?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is similar or different to navigating a printed information book?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Think-aloud checkpoint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models asking: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Who wrote this? (We may not know the exact person — what kind of creator is it?)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Who is it for?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is its purpose?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stem for students: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purpose of this hub page is to ___ and the audience is likely ___ because ___ 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Informative, imaginative, or persuasive?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each snippet. Decide as a class: informative, imaginative, or persuasive — and why.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The Cyclone Archive explains six historical storms using data, timelines, and documented impacts.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The wind screamed through the broken window like a wild animal hunting in the dark.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Donate now — every dollar helps families rebuild after the storm.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(Teacher: see Lesson_01_Teacher_Answer_Key.docx for model classifications.)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THIS text informative?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Co-construct a class checklist (add to your anchor chart):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Focuses on real events, people, places, or phenomena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Uses factual detail readers can check (numbers, dates, documented sources)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Organises information so readers can find and compare sections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Aims to explain and inform more than to sell or to invent a fictional plot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Students: note two features you saw on the hub page that match this list.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— KWL: What did we learn?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to your worksheet. Complete the L column (Learned).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of learning you might record: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a hub page does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cards and statistics help readers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first idea about purpose and audience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share: one thing you learned about informative texts today.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your worksheet, finish this sentence in your own words: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purpose of the Cyclone Archive is ___ and its audience is ___ 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collects or spot-checks exit tickets as formative data for Lesson 2.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B12E21"/>
          </a:solidFill>
          <a:ln w="12700">
            <a:solidFill>
              <a:srgbClr val="B12E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(Teacher only) Differentiation — Lucas (Year 2 pathway)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Sit with Lucas for the hero and one card. Point to one photograph or diagram.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Ask: What is this text about? Who might read it?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 draws and labels the image. Offer sentence starters: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– "This text is about ___."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– "A ___ might read this."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AC9E2LY03, AC9E2LA08 — keep task oral/drawn if writing load is high.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Hide or skip this slide in student-facing mode if you export PDFs.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1: Purpose and Audience — Cyclone Archive</dc:title>
  <dc:subject>Year 5 English — Unit 2</dc:subject>
  <dc:creator>Tarampa State School</dc:creator>
  <cp:lastModifiedBy>Tarampa State School</cp:lastModifiedBy>
  <cp:revision>1</cp:revision>
  <dcterms:created xsi:type="dcterms:W3CDTF">2026-04-20T11:26:46Z</dcterms:created>
  <dcterms:modified xsi:type="dcterms:W3CDTF">2026-04-20T11:26:46Z</dcterms:modified>
</cp:coreProperties>
</file>