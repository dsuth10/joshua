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1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of an Informative Text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B1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Archive Hub and Cyclone Tracy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 — Unit 2 — Sequence 1, Week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Tarampa State School · Term 2,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describe the characteristic stages and phases of an informative text.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(AC9E5LA03, AC9E5LY03)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— I am successful when I can: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the four characteristic stages we use in this lesson.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 parts of the Cyclone Archive hub page to a stage and justify with evidence.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Annotate the Cyclone Tracy sub-page in pairs using stage labels.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— Purpose and audience (from Lesson 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Think, pair, share: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purpose of the Cyclone Archive hub page?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is a likely audience? What clues did you use?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on Lesson 1. Today we ask: How is the information organised in stages?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— Characteristic stages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Informative texts often move through stages that help readers learn in a logical order.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we use four stages: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Classification / general statement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Description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Factual elaboration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Summary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slide: plain-English glosses. Then we test these ideas on the hub page screenshots.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reference — what each stage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/ general statement — names the topic and scope; tells what kind of information to expect.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— sets the scene; introduces key parts, places, or categories.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elaboration — adds precise detail: numbers, dates, evidence, explanation.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pulls key ideas together; highlights main findings or takeaways.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— Classification (editorial intro)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hub_editorial_in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Which stage fits this block best — mostly classification, or mostly factual elaboration? Why?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phrases show the topic and scope (what the archive is about)?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might the writer place this overview before the cyclone cards?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— Description (chapter cards)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hub_card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 the cards help describe the archive in parts rather than one long chunk?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repeated on each card (year, place, teaser, data) — and why repeat it?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Which stage is this mainly doing — description or factual elaboration? Defend your choice with one clue.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— Factual elaboration (statistics strip)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hub_sta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factual details can you read straight from the numbers?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 statistics support the informative purpose before you read full stories?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Pick one number. What does it prove or illustrate?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— Summary / synthesis (evidence section)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hub_about_evi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this section pull together what the archive offers readers?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Where do you see synthesis (bringing lenses together) rather than a single new fact?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Could this work like a conclusion on a webpage? Why or why not?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Annotating the hub page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think-aloud: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"This paragraph mainly classifies the topic because…"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"These cards mainly describe the parts because…"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stems for students: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 think this screenshot is mainly _____________ because _____________.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 evidence from the text is: _____________.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Co-construct labels on the board or digital hub. Students fill the hub table on their worksheet.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Cyclone Tracy sub-page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Cyclone Archive → Cyclone Tracy (or your printed copy).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use the same four stages on a chapter page.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for: hero title, intro paragraphs, section headings, sidebar facts.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to hold in mind: Does every section fit only one stage, or can stages overlap?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Tracy — Classification (hero)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tracy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tells you the topic and time period in one glance?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the deck line under the title shape what kind of text this is?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Who is this hero section for — quick scanners or deep readers? How do you know?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Tracy — Description (intro paragraphs)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tracy_in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scene does the writer set before giving detailed impacts?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details are observational (conditions) versus measured (e.g. wind speed)?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Is this mainly description or already factual elaboration? Why might pairs disagree?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Tracy — Factual elaboration (The Sound of Destruction)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tracy_section_s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factual claims can you find about damage and loss?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 image and caption add information the paragraphs do not?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Which numbers or specifics would you underline as evidence?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Tracy — Factual elaboration (Operation Navy Help)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tracy_section_nav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response facts are given (evacuation, time span)?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this section extend the timeline after landfall?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Is this still elaboration, or does it begin to summarise the human response? Discuss.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Tracy — Summary-style takeaways (Fast Facts)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2_Screenshots\tracy_sidebar_fa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is information compressed compared with the long article?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facts would a reader use to compare Tracy to another cyclone?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place Fast Facts in the margin instead of only at the bottom?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— Pair task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complete the Cyclone Tracy grid on your worksheet.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row (hero, intro, The Sound of Destruction, Operation Navy Help, Fast Facts):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Decide the best-fitting stage.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one evidence clue copied from the page.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another pair. If you disagree, compare your evidence clues.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(Teacher) Lucas differentiation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On your worksheet, complete the exit ticket: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four stages in order: ___, ___, ___, ___.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stage I was most confident about was ___ because ___.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 Teacher only (Lucas, Year 2 pathway) ---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Pre-annotated worksheet: point to PAGE HEADING and SECTION HEADING.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Sentence starters: "The heading of this page is…" / "This section is about…"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Draw and label one image; oral option with teacher scribing. (AC9E2LY01, AC9E2LA03)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(core): find one extra sentence of factual elaboration on the Tracy page and read it aloud.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or mask the teacher block if you export a student PDF.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2: Stages of Informative Texts — Cyclone Archive</dc:title>
  <dc:subject>Year 5 English — Unit 2</dc:subject>
  <dc:creator>Tarampa State School</dc:creator>
  <cp:lastModifiedBy>Tarampa State School</cp:lastModifiedBy>
  <cp:revision>1</cp:revision>
  <dcterms:created xsi:type="dcterms:W3CDTF">2026-04-20T11:44:22Z</dcterms:created>
  <dcterms:modified xsi:type="dcterms:W3CDTF">2026-04-20T11:44:22Z</dcterms:modified>
</cp:coreProperties>
</file>