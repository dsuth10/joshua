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03: Structural Navigation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2190750"/>
            <a:ext cx="8128099" cy="1432322"/>
          </a:xfrm>
          <a:prstGeom prst="roundRect">
            <a:avLst>
              <a:gd name="adj" fmla="val 1330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48" y="2444651"/>
            <a:ext cx="777270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English — Unit 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648" y="3013621"/>
            <a:ext cx="777270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Examining Informative Texts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6669" y="4130873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Tarampa State School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32673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1218902"/>
          </a:xfrm>
          <a:prstGeom prst="roundRect">
            <a:avLst>
              <a:gd name="adj" fmla="val 15629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39776"/>
            <a:ext cx="7772704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 how structural navigation features help readers find and understand information.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949178"/>
            <a:ext cx="3873550" cy="1661964"/>
          </a:xfrm>
          <a:prstGeom prst="roundRect">
            <a:avLst>
              <a:gd name="adj" fmla="val 11462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3203079"/>
            <a:ext cx="343306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1851" y="3550890"/>
            <a:ext cx="3365748" cy="6286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navigation features.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their purpose.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book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9737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Challenge!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F96D00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48" y="1539776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26669" y="2664768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page about </a:t>
            </a:r>
            <a:pPr algn="ctr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Tracy</a:t>
            </a:r>
            <a:pPr algn="ctr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archive...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3401169"/>
            <a:ext cx="8128099" cy="1076771"/>
          </a:xfrm>
          <a:prstGeom prst="roundRect">
            <a:avLst>
              <a:gd name="adj" fmla="val 17692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48" y="3655070"/>
            <a:ext cx="777270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3406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'Hub Page'?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395102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Page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like the 'Front Door' of the archive.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989237"/>
            <a:ext cx="3951021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contains links to all the sub-pages and gives a general overview of the topic.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2500" y="1285875"/>
            <a:ext cx="3873550" cy="1201341"/>
          </a:xfrm>
          <a:prstGeom prst="roundRect">
            <a:avLst>
              <a:gd name="adj" fmla="val 15857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16401" y="1539776"/>
            <a:ext cx="3433063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a book... Is a Hub Page more like a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a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 Page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63793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Signposts: Headings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827782"/>
          </a:xfrm>
          <a:prstGeom prst="roundRect">
            <a:avLst>
              <a:gd name="adj" fmla="val 23013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3977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and Subheadings act as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Signposts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494508"/>
            <a:ext cx="82906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tell the reader exactly what information is in that section.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3159770"/>
            <a:ext cx="8128099" cy="756791"/>
          </a:xfrm>
          <a:prstGeom prst="roundRect">
            <a:avLst>
              <a:gd name="adj" fmla="val 25172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851" y="3413671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page for the heading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'Impacts'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What do you think you will find there?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9782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Portals: Internal Links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395102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Links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like portals that take you to related information instantly.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0" y="1285875"/>
            <a:ext cx="3873550" cy="1005780"/>
          </a:xfrm>
          <a:prstGeom prst="roundRect">
            <a:avLst>
              <a:gd name="adj" fmla="val 18941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16401" y="1539776"/>
            <a:ext cx="3433063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this different from using an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physical book?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672507"/>
            <a:ext cx="8128099" cy="756791"/>
          </a:xfrm>
          <a:prstGeom prst="roundRect">
            <a:avLst>
              <a:gd name="adj" fmla="val 25172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851" y="2926407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Find a blue link. Where does it take you?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0595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Modelling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827782"/>
          </a:xfrm>
          <a:prstGeom prst="roundRect">
            <a:avLst>
              <a:gd name="adj" fmla="val 23013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3977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annotate the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Tracy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page together.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494508"/>
            <a:ext cx="8128099" cy="952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main heading.</a:t>
            </a:r>
            <a:endParaRPr lang="en-US" sz="1600" dirty="0"/>
          </a:p>
          <a:p>
            <a:pPr algn="l" marL="190500" indent="-1905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navigation menu.</a:t>
            </a:r>
            <a:endParaRPr lang="en-US" sz="1600" dirty="0"/>
          </a:p>
          <a:p>
            <a:pPr algn="l" marL="190500" indent="-1905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'Back to Hub' link.</a:t>
            </a:r>
            <a:endParaRPr lang="en-US" sz="1600" dirty="0"/>
          </a:p>
          <a:p>
            <a:pPr algn="l" marL="190500" indent="-1905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pull quotes.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93007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1361033"/>
          </a:xfrm>
          <a:prstGeom prst="roundRect">
            <a:avLst>
              <a:gd name="adj" fmla="val 13997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39776"/>
            <a:ext cx="77727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 the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Archive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51" y="1824186"/>
            <a:ext cx="77727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Record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features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your worksheet.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2108597"/>
            <a:ext cx="77727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Explain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feature helps you.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3027759"/>
            <a:ext cx="8128099" cy="756791"/>
          </a:xfrm>
          <a:prstGeom prst="roundRect">
            <a:avLst>
              <a:gd name="adj" fmla="val 25172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3281660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Lucas: Identify 2 features on the Cyclone Tracy page and draw them!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22543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863352"/>
          </a:xfrm>
          <a:prstGeom prst="roundRect">
            <a:avLst>
              <a:gd name="adj" fmla="val 22065"/>
            </a:avLst>
          </a:prstGeom>
          <a:solidFill>
            <a:srgbClr val="F96D00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48" y="1539776"/>
            <a:ext cx="777270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navigation feature is the MOST helpful?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6669" y="2657029"/>
            <a:ext cx="82906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2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Share your answer with a partner.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2026-04-23T01:14:20Z</dcterms:created>
  <dcterms:modified xsi:type="dcterms:W3CDTF">2026-04-23T01:14:20Z</dcterms:modified>
</cp:coreProperties>
</file>