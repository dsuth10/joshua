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5952717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04: Time and Place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539776"/>
            <a:ext cx="8128099" cy="1305520"/>
          </a:xfrm>
          <a:prstGeom prst="roundRect">
            <a:avLst>
              <a:gd name="adj" fmla="val 14592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0979" y="1730276"/>
            <a:ext cx="7902041" cy="568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5 English — Unit 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20979" y="2299246"/>
            <a:ext cx="7902041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Examining Informative Texts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26669" y="3289697"/>
            <a:ext cx="829066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Bef>
                <a:spcPts val="2000"/>
              </a:spcBef>
              <a:buNone/>
            </a:pPr>
            <a:r>
              <a:rPr lang="en-US" sz="24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Tarampa State School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4326737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158776"/>
            <a:ext cx="8128099" cy="700980"/>
          </a:xfrm>
          <a:prstGeom prst="roundRect">
            <a:avLst>
              <a:gd name="adj" fmla="val 27176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1349276"/>
            <a:ext cx="790204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explain how a text reflects the time and place in which it was created.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7950" y="2177207"/>
            <a:ext cx="3873550" cy="1744712"/>
          </a:xfrm>
          <a:prstGeom prst="roundRect">
            <a:avLst>
              <a:gd name="adj" fmla="val 10919"/>
            </a:avLst>
          </a:prstGeom>
          <a:solidFill>
            <a:srgbClr val="112D4E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98450" y="2367707"/>
            <a:ext cx="356240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Criteria: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98450" y="2715518"/>
            <a:ext cx="3492550" cy="8382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Time + Place.</a:t>
            </a:r>
            <a:endParaRPr lang="en-US" sz="1400" dirty="0"/>
          </a:p>
          <a:p>
            <a:pPr algn="l" marL="190500" indent="-1905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historical clues in the text.</a:t>
            </a:r>
            <a:endParaRPr lang="en-US" sz="1400" dirty="0"/>
          </a:p>
          <a:p>
            <a:pPr algn="l" marL="190500" indent="-1905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how location influences information.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481995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Geography Challenge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158776"/>
            <a:ext cx="8128099" cy="736550"/>
          </a:xfrm>
          <a:prstGeom prst="roundRect">
            <a:avLst>
              <a:gd name="adj" fmla="val 25864"/>
            </a:avLst>
          </a:prstGeom>
          <a:solidFill>
            <a:srgbClr val="F96D00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0979" y="1349276"/>
            <a:ext cx="7902041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Queensland?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26669" y="2276326"/>
            <a:ext cx="829066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Bef>
                <a:spcPts val="1500"/>
              </a:spcBef>
              <a:buNone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cyclones happen in QLD more than in Victoria?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7950" y="2913757"/>
            <a:ext cx="8128099" cy="665411"/>
          </a:xfrm>
          <a:prstGeom prst="roundRect">
            <a:avLst>
              <a:gd name="adj" fmla="val 28629"/>
            </a:avLst>
          </a:prstGeom>
          <a:solidFill>
            <a:srgbClr val="112D4E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20979" y="3104257"/>
            <a:ext cx="790204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our </a:t>
            </a:r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change what we write about?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4030263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'Context'?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158776"/>
            <a:ext cx="3873550" cy="1198959"/>
          </a:xfrm>
          <a:prstGeom prst="roundRect">
            <a:avLst>
              <a:gd name="adj" fmla="val 15889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1349276"/>
            <a:ext cx="356240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98450" y="1669256"/>
            <a:ext cx="3562401" cy="497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was it written? (e.g., 1899 vs 1974 vs 2024)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62500" y="1158776"/>
            <a:ext cx="3873550" cy="1198959"/>
          </a:xfrm>
          <a:prstGeom prst="roundRect">
            <a:avLst>
              <a:gd name="adj" fmla="val 15889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53000" y="1349276"/>
            <a:ext cx="356240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53000" y="1669256"/>
            <a:ext cx="3562401" cy="497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was it written? (e.g., Northern QLD vs Tasmania)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6669" y="2738735"/>
            <a:ext cx="829066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spcBef>
                <a:spcPts val="1500"/>
              </a:spcBef>
              <a:buNone/>
            </a:pPr>
            <a:r>
              <a:rPr lang="en-US" sz="16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pPr algn="ctr" indent="0" marL="0">
              <a:lnSpc>
                <a:spcPts val="2240"/>
              </a:lnSpc>
              <a:spcBef>
                <a:spcPts val="1500"/>
              </a:spcBef>
              <a:buNone/>
            </a:pPr>
            <a:r>
              <a:rPr lang="en-US" sz="16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'Where' and 'When' of a text.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3602173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Eras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158776"/>
            <a:ext cx="3873550" cy="878681"/>
          </a:xfrm>
          <a:prstGeom prst="roundRect">
            <a:avLst>
              <a:gd name="adj" fmla="val 21680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1349276"/>
            <a:ext cx="356240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Cyclone Mahina (1899)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98450" y="1633686"/>
            <a:ext cx="356240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Drawings, old-fashioned language, pearl luggers.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62500" y="1158776"/>
            <a:ext cx="3873550" cy="878681"/>
          </a:xfrm>
          <a:prstGeom prst="roundRect">
            <a:avLst>
              <a:gd name="adj" fmla="val 21680"/>
            </a:avLst>
          </a:prstGeom>
          <a:solidFill>
            <a:srgbClr val="112D4E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53000" y="1349276"/>
            <a:ext cx="356240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Cyclone Tracy (1974)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53000" y="1633686"/>
            <a:ext cx="356240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Grainy photos, radio warnings, landline phones.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405956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Modelling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158776"/>
            <a:ext cx="8128099" cy="700980"/>
          </a:xfrm>
          <a:prstGeom prst="roundRect">
            <a:avLst>
              <a:gd name="adj" fmla="val 27176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1349276"/>
            <a:ext cx="790204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write about context: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7950" y="2177207"/>
            <a:ext cx="8290661" cy="497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1000"/>
              </a:spcBef>
              <a:buNone/>
            </a:pPr>
            <a:r>
              <a:rPr lang="en-US" sz="1400" i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"This text reflects the historical context of the 1970s because it mentions radio as the primary warning system..."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7950" y="2992636"/>
            <a:ext cx="8128099" cy="629989"/>
          </a:xfrm>
          <a:prstGeom prst="roundRect">
            <a:avLst>
              <a:gd name="adj" fmla="val 30239"/>
            </a:avLst>
          </a:prstGeom>
          <a:solidFill>
            <a:srgbClr val="F96D00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8450" y="3183136"/>
            <a:ext cx="7902041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for: </a:t>
            </a:r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Technology, Language, Clothing, Transport.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2185532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Task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158776"/>
            <a:ext cx="8128099" cy="1234232"/>
          </a:xfrm>
          <a:prstGeom prst="roundRect">
            <a:avLst>
              <a:gd name="adj" fmla="val 15435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1349276"/>
            <a:ext cx="790204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Choose one Cyclone sub-page.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98450" y="1633686"/>
            <a:ext cx="790204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Find </a:t>
            </a:r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clues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about the time or place.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98450" y="1918097"/>
            <a:ext cx="790204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Write how they reflect the context.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7950" y="2710458"/>
            <a:ext cx="8128099" cy="629989"/>
          </a:xfrm>
          <a:prstGeom prst="roundRect">
            <a:avLst>
              <a:gd name="adj" fmla="val 30239"/>
            </a:avLst>
          </a:prstGeom>
          <a:solidFill>
            <a:srgbClr val="112D4E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98450" y="2900958"/>
            <a:ext cx="7902041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Lucas: Look at the Tracy image. What is different about the cars and buildings?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2026-05-31T02:06:19Z</dcterms:created>
  <dcterms:modified xsi:type="dcterms:W3CDTF">2026-05-31T02:06:19Z</dcterms:modified>
</cp:coreProperties>
</file>