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04875"/>
          </a:xfrm>
          <a:prstGeom prst="rect">
            <a:avLst/>
          </a:prstGeom>
          <a:solidFill>
            <a:srgbClr val="112D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90500"/>
            <a:ext cx="595271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04: Time and Place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666875"/>
            <a:ext cx="8128099" cy="1432322"/>
          </a:xfrm>
          <a:prstGeom prst="roundRect">
            <a:avLst>
              <a:gd name="adj" fmla="val 13300"/>
            </a:avLst>
          </a:prstGeom>
          <a:solidFill>
            <a:srgbClr val="3F72AF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648" y="1920776"/>
            <a:ext cx="7772704" cy="568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48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5 English — Unit 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648" y="2489746"/>
            <a:ext cx="7772704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F9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Examining Informative Texts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6669" y="3606998"/>
            <a:ext cx="8290661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spcBef>
                <a:spcPts val="2000"/>
              </a:spcBef>
              <a:buNone/>
            </a:pPr>
            <a:r>
              <a:rPr lang="en-US" sz="2400" b="1" dirty="0">
                <a:solidFill>
                  <a:srgbClr val="112D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Tarampa State School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04875"/>
          </a:xfrm>
          <a:prstGeom prst="rect">
            <a:avLst/>
          </a:prstGeom>
          <a:solidFill>
            <a:srgbClr val="112D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90500"/>
            <a:ext cx="432673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Intentions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285875"/>
            <a:ext cx="8128099" cy="827782"/>
          </a:xfrm>
          <a:prstGeom prst="roundRect">
            <a:avLst>
              <a:gd name="adj" fmla="val 23013"/>
            </a:avLst>
          </a:prstGeom>
          <a:solidFill>
            <a:srgbClr val="3F72AF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1851" y="1539776"/>
            <a:ext cx="777270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explain how a text reflects the time and place in which it was created.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7950" y="2494508"/>
            <a:ext cx="3873550" cy="1871514"/>
          </a:xfrm>
          <a:prstGeom prst="roundRect">
            <a:avLst>
              <a:gd name="adj" fmla="val 10179"/>
            </a:avLst>
          </a:prstGeom>
          <a:solidFill>
            <a:srgbClr val="112D4E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1851" y="2748409"/>
            <a:ext cx="343306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Criteria: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61851" y="3096220"/>
            <a:ext cx="3365748" cy="838200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Time + Place.</a:t>
            </a:r>
            <a:endParaRPr lang="en-US" sz="1400" dirty="0"/>
          </a:p>
          <a:p>
            <a:pPr algn="l" marL="190500" indent="-1905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historical clues in the text.</a:t>
            </a:r>
            <a:endParaRPr lang="en-US" sz="1400" dirty="0"/>
          </a:p>
          <a:p>
            <a:pPr algn="l" marL="190500" indent="-1905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how location influences information.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04875"/>
          </a:xfrm>
          <a:prstGeom prst="rect">
            <a:avLst/>
          </a:prstGeom>
          <a:solidFill>
            <a:srgbClr val="112D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90500"/>
            <a:ext cx="4819951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Geography Challenge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285875"/>
            <a:ext cx="8128099" cy="863352"/>
          </a:xfrm>
          <a:prstGeom prst="roundRect">
            <a:avLst>
              <a:gd name="adj" fmla="val 22065"/>
            </a:avLst>
          </a:prstGeom>
          <a:solidFill>
            <a:srgbClr val="F96D00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648" y="1539776"/>
            <a:ext cx="7772704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Queensland?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26669" y="2593628"/>
            <a:ext cx="829066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spcBef>
                <a:spcPts val="1500"/>
              </a:spcBef>
              <a:buNone/>
            </a:pPr>
            <a:r>
              <a:rPr lang="en-US" sz="1800" dirty="0">
                <a:solidFill>
                  <a:srgbClr val="112D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cyclones happen in QLD more than in Victoria?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7950" y="3294459"/>
            <a:ext cx="8128099" cy="792212"/>
          </a:xfrm>
          <a:prstGeom prst="roundRect">
            <a:avLst>
              <a:gd name="adj" fmla="val 24047"/>
            </a:avLst>
          </a:prstGeom>
          <a:solidFill>
            <a:srgbClr val="112D4E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85648" y="3548360"/>
            <a:ext cx="777270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our </a:t>
            </a:r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pPr algn="ct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change what we write about?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04875"/>
          </a:xfrm>
          <a:prstGeom prst="rect">
            <a:avLst/>
          </a:prstGeom>
          <a:solidFill>
            <a:srgbClr val="112D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90500"/>
            <a:ext cx="403026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'Context'?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285875"/>
            <a:ext cx="3873550" cy="1325761"/>
          </a:xfrm>
          <a:prstGeom prst="roundRect">
            <a:avLst>
              <a:gd name="adj" fmla="val 14369"/>
            </a:avLst>
          </a:prstGeom>
          <a:solidFill>
            <a:srgbClr val="3F72AF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1851" y="1539776"/>
            <a:ext cx="343306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12D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1851" y="1859756"/>
            <a:ext cx="3433063" cy="497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was it written? (e.g., 1899 vs 1974 vs 2024)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2500" y="1285875"/>
            <a:ext cx="3873550" cy="1325761"/>
          </a:xfrm>
          <a:prstGeom prst="roundRect">
            <a:avLst>
              <a:gd name="adj" fmla="val 14369"/>
            </a:avLst>
          </a:prstGeom>
          <a:solidFill>
            <a:srgbClr val="3F72AF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16401" y="1539776"/>
            <a:ext cx="343306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16401" y="1859756"/>
            <a:ext cx="3433063" cy="497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was it written? (e.g., Northern QLD vs Tasmania)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6669" y="3056037"/>
            <a:ext cx="8290661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40"/>
              </a:lnSpc>
              <a:spcBef>
                <a:spcPts val="1500"/>
              </a:spcBef>
              <a:buNone/>
            </a:pPr>
            <a:r>
              <a:rPr lang="en-US" sz="1600" b="1" dirty="0">
                <a:solidFill>
                  <a:srgbClr val="112D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lnSpc>
                <a:spcPts val="2240"/>
              </a:lnSpc>
              <a:spcBef>
                <a:spcPts val="1500"/>
              </a:spcBef>
              <a:buNone/>
            </a:pPr>
            <a:r>
              <a:rPr lang="en-US" sz="1600" dirty="0">
                <a:solidFill>
                  <a:srgbClr val="112D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'Where' and 'When' of a text.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04875"/>
          </a:xfrm>
          <a:prstGeom prst="rect">
            <a:avLst/>
          </a:prstGeom>
          <a:solidFill>
            <a:srgbClr val="112D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90500"/>
            <a:ext cx="360217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Comparing Eras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285875"/>
            <a:ext cx="3873550" cy="1005483"/>
          </a:xfrm>
          <a:prstGeom prst="roundRect">
            <a:avLst>
              <a:gd name="adj" fmla="val 18946"/>
            </a:avLst>
          </a:prstGeom>
          <a:solidFill>
            <a:srgbClr val="3F72AF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1851" y="1539776"/>
            <a:ext cx="343306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Mahina (1899)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1851" y="1824186"/>
            <a:ext cx="343306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Drawings, old-fashioned language, pearl luggers.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62500" y="1285875"/>
            <a:ext cx="3873550" cy="1005483"/>
          </a:xfrm>
          <a:prstGeom prst="roundRect">
            <a:avLst>
              <a:gd name="adj" fmla="val 18946"/>
            </a:avLst>
          </a:prstGeom>
          <a:solidFill>
            <a:srgbClr val="112D4E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16401" y="1539776"/>
            <a:ext cx="3433063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Tracy (1974)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16401" y="1824186"/>
            <a:ext cx="343306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Grainy photos, radio warnings, landline phones.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04875"/>
          </a:xfrm>
          <a:prstGeom prst="rect">
            <a:avLst/>
          </a:prstGeom>
          <a:solidFill>
            <a:srgbClr val="112D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90500"/>
            <a:ext cx="4059561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Modelling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285875"/>
            <a:ext cx="8128099" cy="827782"/>
          </a:xfrm>
          <a:prstGeom prst="roundRect">
            <a:avLst>
              <a:gd name="adj" fmla="val 23013"/>
            </a:avLst>
          </a:prstGeom>
          <a:solidFill>
            <a:srgbClr val="3F72AF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1851" y="1539776"/>
            <a:ext cx="777270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write about context: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7950" y="2494508"/>
            <a:ext cx="8290661" cy="497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Bef>
                <a:spcPts val="1000"/>
              </a:spcBef>
              <a:buNone/>
            </a:pPr>
            <a:r>
              <a:rPr lang="en-US" sz="1400" i="1" dirty="0">
                <a:solidFill>
                  <a:srgbClr val="112D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text reflects the historical context of the 1970s because it mentions radio as the primary warning system..."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7950" y="3373338"/>
            <a:ext cx="8128099" cy="756791"/>
          </a:xfrm>
          <a:prstGeom prst="roundRect">
            <a:avLst>
              <a:gd name="adj" fmla="val 25172"/>
            </a:avLst>
          </a:prstGeom>
          <a:solidFill>
            <a:srgbClr val="F96D00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1851" y="3627239"/>
            <a:ext cx="7772704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for: </a:t>
            </a:r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Technology, Language, Clothing, Transport.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04875"/>
          </a:xfrm>
          <a:prstGeom prst="rect">
            <a:avLst/>
          </a:prstGeom>
          <a:solidFill>
            <a:srgbClr val="112D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90500"/>
            <a:ext cx="2185532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Task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7950" y="1285875"/>
            <a:ext cx="8128099" cy="1361033"/>
          </a:xfrm>
          <a:prstGeom prst="roundRect">
            <a:avLst>
              <a:gd name="adj" fmla="val 13997"/>
            </a:avLst>
          </a:prstGeom>
          <a:solidFill>
            <a:srgbClr val="3F72AF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1851" y="1539776"/>
            <a:ext cx="777270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Choose one Cyclone sub-page.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1851" y="1824186"/>
            <a:ext cx="777270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Find </a:t>
            </a:r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clues</a:t>
            </a:r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about the time or place.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1851" y="2108597"/>
            <a:ext cx="777270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Write how they reflect the context.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7950" y="3027759"/>
            <a:ext cx="8128099" cy="756791"/>
          </a:xfrm>
          <a:prstGeom prst="roundRect">
            <a:avLst>
              <a:gd name="adj" fmla="val 25172"/>
            </a:avLst>
          </a:prstGeom>
          <a:solidFill>
            <a:srgbClr val="112D4E"/>
          </a:solidFill>
          <a:ln/>
          <a:effectLst>
            <a:outerShdw sx="100000" sy="100000" kx="0" ky="0" algn="bl" rotWithShape="0" blurRad="95250" dist="3810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61851" y="3281660"/>
            <a:ext cx="7772704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96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Lucas: Look at the Tracy image. What is different about the cars and buildings?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2026-04-23T22:09:33Z</dcterms:created>
  <dcterms:modified xsi:type="dcterms:W3CDTF">2026-04-23T22:09:33Z</dcterms:modified>
</cp:coreProperties>
</file>