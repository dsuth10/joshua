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69" y="1206550"/>
            <a:ext cx="8290661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5: Comparing Perspectives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750497" y="2571750"/>
            <a:ext cx="364285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Cyclone Yasi: Web vs. Radio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936950" y="3276600"/>
            <a:ext cx="1269950" cy="50750"/>
          </a:xfrm>
          <a:prstGeom prst="rect">
            <a:avLst/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4772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228725"/>
            <a:ext cx="8128099" cy="162579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compare how the same topic is presented in different types of texts.</a:t>
            </a:r>
            <a:endParaRPr lang="en-US" sz="2000" dirty="0"/>
          </a:p>
          <a:p>
            <a:pPr algn="l" marL="190500" indent="-1905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identify differences in </a:t>
            </a:r>
            <a:pPr algn="l"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pPr algn="l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pPr algn="l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</a:t>
            </a:r>
            <a:pPr algn="l"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pPr algn="l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  <a:p>
            <a:pPr algn="l" marL="190500" indent="-1905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explain how </a:t>
            </a:r>
            <a:pPr algn="l"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features</a:t>
            </a:r>
            <a:pPr algn="l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change a text's effect.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4772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Warm-up: Radio vs. Web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101626"/>
            <a:ext cx="3937099" cy="1250900"/>
          </a:xfrm>
          <a:prstGeom prst="roundRect">
            <a:avLst>
              <a:gd name="adj" fmla="val 10153"/>
            </a:avLst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292126"/>
            <a:ext cx="36272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4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 (2011)</a:t>
            </a:r>
            <a:endParaRPr lang="en-US" sz="1404" dirty="0"/>
          </a:p>
        </p:txBody>
      </p:sp>
      <p:sp>
        <p:nvSpPr>
          <p:cNvPr id="6" name="Text 4"/>
          <p:cNvSpPr/>
          <p:nvPr/>
        </p:nvSpPr>
        <p:spPr>
          <a:xfrm>
            <a:off x="698450" y="1628626"/>
            <a:ext cx="36272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Live, urgent, emotional.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8450" y="1895326"/>
            <a:ext cx="36272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"It sounds like a jet engine."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98950" y="1101626"/>
            <a:ext cx="3937099" cy="1250900"/>
          </a:xfrm>
          <a:prstGeom prst="roundRect">
            <a:avLst>
              <a:gd name="adj" fmla="val 10153"/>
            </a:avLst>
          </a:prstGeom>
          <a:solidFill>
            <a:srgbClr val="3F7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89450" y="1292126"/>
            <a:ext cx="36272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(2026)</a:t>
            </a:r>
            <a:endParaRPr lang="en-US" sz="1404" dirty="0"/>
          </a:p>
        </p:txBody>
      </p:sp>
      <p:sp>
        <p:nvSpPr>
          <p:cNvPr id="10" name="Text 8"/>
          <p:cNvSpPr/>
          <p:nvPr/>
        </p:nvSpPr>
        <p:spPr>
          <a:xfrm>
            <a:off x="4889450" y="1628626"/>
            <a:ext cx="36272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Planned, objective, formal.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89450" y="1895326"/>
            <a:ext cx="36272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"Cyclone Yasi earned its place..."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6669" y="2669977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the timing change the language?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4772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Look For?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4772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Task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101626"/>
            <a:ext cx="8128099" cy="95994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520"/>
              </a:lnSpc>
              <a:buSzPct val="100000"/>
              <a:buChar char="•"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Comparison Matrix.</a:t>
            </a:r>
            <a:endParaRPr lang="en-US" sz="1800" dirty="0"/>
          </a:p>
          <a:p>
            <a:pPr algn="l" marL="190500" indent="-190500">
              <a:lnSpc>
                <a:spcPts val="2520"/>
              </a:lnSpc>
              <a:buSzPct val="100000"/>
              <a:buChar char="•"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3-4 sentences comparing the texts.</a:t>
            </a:r>
            <a:endParaRPr lang="en-US" sz="1800" dirty="0"/>
          </a:p>
          <a:p>
            <a:pPr algn="l" marL="190500" indent="-190500">
              <a:lnSpc>
                <a:spcPts val="2520"/>
              </a:lnSpc>
              <a:buSzPct val="100000"/>
              <a:buChar char="•"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Extension: Explain the similes.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2252067"/>
            <a:ext cx="8128099" cy="463451"/>
          </a:xfrm>
          <a:prstGeom prst="roundRect">
            <a:avLst>
              <a:gd name="adj" fmla="val 13702"/>
            </a:avLst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2379018"/>
            <a:ext cx="80316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Bank: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whereas, in contrast, similarly, objective.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86536" y="970062"/>
            <a:ext cx="557092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for Understanding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1599" y="1684437"/>
            <a:ext cx="344065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text is for finding facts?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391022" y="2424113"/>
            <a:ext cx="436195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text is for hearing local stories?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540944" y="3354288"/>
            <a:ext cx="20619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for the Exit Ticket!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2026-04-27T01:12:16Z</dcterms:created>
  <dcterms:modified xsi:type="dcterms:W3CDTF">2026-04-27T01:12:16Z</dcterms:modified>
</cp:coreProperties>
</file>