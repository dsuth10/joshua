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Characteristic Text Structures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66800" y="2087314"/>
            <a:ext cx="7010251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55676" y="2341215"/>
            <a:ext cx="6632499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Intention:</a:t>
            </a:r>
            <a:pPr algn="ctr" indent="0" marL="0">
              <a:lnSpc>
                <a:spcPts val="3360"/>
              </a:lnSpc>
              <a:buNone/>
            </a:pPr>
            <a:endParaRPr lang="en-US" sz="2400" dirty="0"/>
          </a:p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characteristic text structures support the purpose of an informative text.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3218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Cyclone Archive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lesson, we looked at how authors adapt standard structures.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641277"/>
            <a:ext cx="8128099" cy="10666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00"/>
              </a:lnSpc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Cyclones: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Tracy, Mahina, Larry, Althea.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page looks a bit different but follows the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basic blueprint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3088779"/>
            <a:ext cx="8128099" cy="1092101"/>
          </a:xfrm>
          <a:prstGeom prst="roundRect">
            <a:avLst>
              <a:gd name="adj" fmla="val 1744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3279279"/>
            <a:ext cx="7902041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we will focus on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authors use specific structural features to present information.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4590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1: Headings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3873550" cy="3382863"/>
          </a:xfrm>
          <a:prstGeom prst="roundRect">
            <a:avLst>
              <a:gd name="adj" fmla="val 2816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dsuth/Documents/Joshua/Units/English/English_Unit_2/Cyclones/Screenshots/h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25" y="2860774"/>
            <a:ext cx="3664000" cy="2329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62500" y="1285875"/>
            <a:ext cx="3873550" cy="1020961"/>
          </a:xfrm>
          <a:prstGeom prst="roundRect">
            <a:avLst>
              <a:gd name="adj" fmla="val 12439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53000" y="1476375"/>
            <a:ext cx="356240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Large, bold text that separates sections of an article.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62500" y="2497336"/>
            <a:ext cx="3873550" cy="1980902"/>
          </a:xfrm>
          <a:prstGeom prst="roundRect">
            <a:avLst>
              <a:gd name="adj" fmla="val 6411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53000" y="2687836"/>
            <a:ext cx="3562401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allow readers to skim the text and quickly locate specific information without reading every word.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8962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2: Timelines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3937099" cy="32480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dsuth/Documents/Joshua/Units/English/English_Unit_2/Cyclones/Screenshot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005" y="1576388"/>
            <a:ext cx="1156841" cy="22858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8950" y="1095375"/>
            <a:ext cx="3937099" cy="1045964"/>
          </a:xfrm>
          <a:prstGeom prst="roundRect">
            <a:avLst>
              <a:gd name="adj" fmla="val 1214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25901" y="1222325"/>
            <a:ext cx="3756862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chronological list of events placed in a sidebar or ordered list.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8950" y="2268289"/>
            <a:ext cx="3937099" cy="1574006"/>
          </a:xfrm>
          <a:prstGeom prst="roundRect">
            <a:avLst>
              <a:gd name="adj" fmla="val 806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25901" y="2395240"/>
            <a:ext cx="3756862" cy="132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pPr algn="l" indent="0" marL="0">
              <a:lnSpc>
                <a:spcPts val="2080"/>
              </a:lnSpc>
              <a:buNone/>
            </a:pP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 condense a sequence of events into an easy-to-read format, helping the reader understand cause-and-effect and chronological order.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0535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3: Fast Facts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3937099" cy="32480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dsuth/Documents/Joshua/Units/English/English_Unit_2/Cyclones/Screenshots/fast_f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986" y="1576388"/>
            <a:ext cx="987028" cy="22858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8950" y="1095375"/>
            <a:ext cx="3937099" cy="781943"/>
          </a:xfrm>
          <a:prstGeom prst="roundRect">
            <a:avLst>
              <a:gd name="adj" fmla="val 1624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25901" y="1222325"/>
            <a:ext cx="3756862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breakout box highlighting key statistics and data points.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8950" y="2004268"/>
            <a:ext cx="3937099" cy="1574006"/>
          </a:xfrm>
          <a:prstGeom prst="roundRect">
            <a:avLst>
              <a:gd name="adj" fmla="val 806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25901" y="2131219"/>
            <a:ext cx="3756862" cy="132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pPr algn="l" indent="0" marL="0">
              <a:lnSpc>
                <a:spcPts val="2080"/>
              </a:lnSpc>
              <a:buNone/>
            </a:pP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pulls out the most critical data so readers can grasp the scale of the event instantly without searching through dense paragraphs.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69261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Structural Mapping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75248" y="1285875"/>
            <a:ext cx="819335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looked at the structures in the Cyclone Mahina page.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6800" y="1966466"/>
            <a:ext cx="7010251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5676" y="2220367"/>
            <a:ext cx="6632499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map the structures of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sub-page of your choice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your graphic organiser handout.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6669" y="4008239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 What is the structure? Where is it located? </a:t>
            </a:r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the author use it?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2026-04-29T21:36:20Z</dcterms:created>
  <dcterms:modified xsi:type="dcterms:W3CDTF">2026-04-29T21:36:20Z</dcterms:modified>
</cp:coreProperties>
</file>