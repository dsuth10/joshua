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1010" y="1889522"/>
            <a:ext cx="1126998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20"/>
              </a:spcBef>
              <a:spcAft>
                <a:spcPts val="1500"/>
              </a:spcAft>
              <a:buNone/>
            </a:pPr>
            <a:r>
              <a:rPr lang="en-US" sz="6000" b="1" dirty="0">
                <a:solidFill>
                  <a:srgbClr val="F96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REPORTS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61010" y="3469035"/>
            <a:ext cx="11269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988"/>
              </a:spcBef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3F72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Lesson 17: Planning an Information Report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61010" y="4764435"/>
            <a:ext cx="1126998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the Bushfires Archive as a Structural Model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2742009"/>
            <a:ext cx="11269980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can </a:t>
            </a:r>
            <a:pPr algn="l" indent="0" marL="0">
              <a:lnSpc>
                <a:spcPts val="432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F96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an information report</a:t>
            </a:r>
            <a:pPr algn="l" indent="0" marL="0">
              <a:lnSpc>
                <a:spcPts val="432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using structural features modelled on the Bushfires Archive.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5111651"/>
            <a:ext cx="112699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spcBef>
                <a:spcPts val="3000"/>
              </a:spcBef>
              <a:spcAft>
                <a:spcPts val="3000"/>
              </a:spcAft>
              <a:buNone/>
            </a:pPr>
            <a:r>
              <a:rPr lang="en-US" sz="3000" b="1" dirty="0">
                <a:solidFill>
                  <a:srgbClr val="3F72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Criteria: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1500" y="6102251"/>
            <a:ext cx="11049000" cy="202674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4320"/>
              </a:lnSpc>
              <a:spcAft>
                <a:spcPts val="1500"/>
              </a:spcAft>
              <a:buSzPct val="100000"/>
              <a:buChar char="•"/>
            </a:pPr>
            <a:r>
              <a:rPr lang="en-US" sz="2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can choose a natural disaster topic.</a:t>
            </a:r>
            <a:endParaRPr lang="en-US" sz="2700" dirty="0"/>
          </a:p>
          <a:p>
            <a:pPr algn="l" marL="190500" indent="-190500">
              <a:lnSpc>
                <a:spcPts val="4320"/>
              </a:lnSpc>
              <a:spcAft>
                <a:spcPts val="1500"/>
              </a:spcAft>
              <a:buSzPct val="100000"/>
              <a:buChar char="•"/>
            </a:pPr>
            <a:r>
              <a:rPr lang="en-US" sz="2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can use a planning scaffold to organize my ideas.</a:t>
            </a:r>
            <a:endParaRPr lang="en-US" sz="2700" dirty="0"/>
          </a:p>
          <a:p>
            <a:pPr algn="l" marL="190500" indent="-190500">
              <a:lnSpc>
                <a:spcPts val="4320"/>
              </a:lnSpc>
              <a:spcAft>
                <a:spcPts val="1500"/>
              </a:spcAft>
              <a:buSzPct val="100000"/>
              <a:buChar char="•"/>
            </a:pPr>
            <a:r>
              <a:rPr lang="en-US" sz="2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can include at least 3 researched facts in my plan.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2742009"/>
            <a:ext cx="1126998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It's time to start planning your final assessment (Part B)!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3633490"/>
            <a:ext cx="1126998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need to choose a </a:t>
            </a:r>
            <a:pPr algn="l" indent="0" marL="0">
              <a:lnSpc>
                <a:spcPts val="432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disaster topic</a:t>
            </a:r>
            <a:pPr algn="l" indent="0" marL="0">
              <a:lnSpc>
                <a:spcPts val="432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research and report on.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71500" y="4563070"/>
            <a:ext cx="11049000" cy="2312491"/>
          </a:xfrm>
          <a:prstGeom prst="roundRect">
            <a:avLst>
              <a:gd name="adj" fmla="val 3295"/>
            </a:avLst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4563070"/>
            <a:ext cx="0" cy="2312491"/>
          </a:xfrm>
          <a:prstGeom prst="line">
            <a:avLst/>
          </a:prstGeom>
          <a:noFill/>
          <a:ln w="76200">
            <a:solidFill>
              <a:srgbClr val="3F72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3450" y="4848820"/>
            <a:ext cx="1060932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112D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Discussion: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33450" y="5492651"/>
            <a:ext cx="10401300" cy="109716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4320"/>
              </a:lnSpc>
              <a:buSzPct val="100000"/>
              <a:buChar char="•"/>
            </a:pPr>
            <a:r>
              <a:rPr lang="en-US" sz="2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natural disaster are you most interested in?</a:t>
            </a:r>
            <a:endParaRPr lang="en-US" sz="2700" dirty="0"/>
          </a:p>
          <a:p>
            <a:pPr algn="l" marL="190500" indent="-190500">
              <a:lnSpc>
                <a:spcPts val="4320"/>
              </a:lnSpc>
              <a:buSzPct val="100000"/>
              <a:buChar char="•"/>
            </a:pPr>
            <a:r>
              <a:rPr lang="en-US" sz="2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is planning an important step before we start writing?</a:t>
            </a:r>
            <a:endParaRPr lang="en-US" sz="2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2703909"/>
            <a:ext cx="1126998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Bushfires Archive hub page serves as a model for our own reports.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2742009"/>
            <a:ext cx="1126998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look at how we might plan a report on </a:t>
            </a:r>
            <a:pPr algn="l" indent="0" marL="0">
              <a:lnSpc>
                <a:spcPts val="432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112D4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Tsunamis</a:t>
            </a:r>
            <a:pPr algn="l" indent="0" marL="0">
              <a:lnSpc>
                <a:spcPts val="432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3633490"/>
            <a:ext cx="11049000" cy="4137422"/>
          </a:xfrm>
          <a:prstGeom prst="rect">
            <a:avLst/>
          </a:prstGeom>
          <a:solidFill>
            <a:srgbClr val="E0E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09600" y="3633490"/>
            <a:ext cx="0" cy="4137422"/>
          </a:xfrm>
          <a:prstGeom prst="line">
            <a:avLst/>
          </a:prstGeom>
          <a:noFill/>
          <a:ln w="76200">
            <a:solidFill>
              <a:srgbClr val="F96D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3450" y="4262140"/>
            <a:ext cx="1060932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"First, I need my </a:t>
            </a:r>
            <a:pPr algn="l" indent="0" marL="0">
              <a:lnSpc>
                <a:spcPts val="432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i="1" dirty="0">
                <a:solidFill>
                  <a:srgbClr val="3F72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general statement</a:t>
            </a:r>
            <a:pPr algn="l" indent="0" marL="0">
              <a:lnSpc>
                <a:spcPts val="432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introduce what a tsunami is."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33450" y="6045101"/>
            <a:ext cx="10609326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"Then, I'll need some facts about the </a:t>
            </a:r>
            <a:pPr algn="l" indent="0" marL="0">
              <a:lnSpc>
                <a:spcPts val="432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i="1" dirty="0">
                <a:solidFill>
                  <a:srgbClr val="3F72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physical science</a:t>
            </a:r>
            <a:pPr algn="l" indent="0" marL="0">
              <a:lnSpc>
                <a:spcPts val="432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behind it... like underwater earthquakes."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2742009"/>
            <a:ext cx="11269980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 it's time to begin completing your own planning scaffold.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3633490"/>
            <a:ext cx="11049000" cy="257532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4320"/>
              </a:lnSpc>
              <a:spcAft>
                <a:spcPts val="1500"/>
              </a:spcAft>
              <a:buSzPct val="100000"/>
              <a:buChar char="•"/>
            </a:pPr>
            <a:r>
              <a:rPr lang="en-US" sz="2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 your </a:t>
            </a:r>
            <a:pPr algn="l" indent="0" marL="0">
              <a:lnSpc>
                <a:spcPts val="432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disaster topic</a:t>
            </a:r>
            <a:pPr algn="l" indent="0" marL="0">
              <a:lnSpc>
                <a:spcPts val="4320"/>
              </a:lnSpc>
              <a:spcAft>
                <a:spcPts val="1500"/>
              </a:spcAft>
              <a:buNone/>
            </a:pPr>
            <a:r>
              <a:rPr lang="en-US" sz="2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700" dirty="0"/>
          </a:p>
          <a:p>
            <a:pPr algn="l" marL="190500" indent="-190500">
              <a:lnSpc>
                <a:spcPts val="4320"/>
              </a:lnSpc>
              <a:spcAft>
                <a:spcPts val="1500"/>
              </a:spcAft>
              <a:buSzPct val="100000"/>
              <a:buChar char="•"/>
            </a:pPr>
            <a:r>
              <a:rPr lang="en-US" sz="2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Fill in notes for each of the 5 structural stages.</a:t>
            </a:r>
            <a:endParaRPr lang="en-US" sz="2700" dirty="0"/>
          </a:p>
          <a:p>
            <a:pPr algn="l" marL="190500" indent="-190500">
              <a:lnSpc>
                <a:spcPts val="4320"/>
              </a:lnSpc>
              <a:spcAft>
                <a:spcPts val="1500"/>
              </a:spcAft>
              <a:buSzPct val="100000"/>
              <a:buChar char="•"/>
            </a:pPr>
            <a:r>
              <a:rPr lang="en-US" sz="2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 at least </a:t>
            </a:r>
            <a:pPr algn="l" indent="0" marL="0">
              <a:lnSpc>
                <a:spcPts val="4320"/>
              </a:lnSpc>
              <a:spcAft>
                <a:spcPts val="1500"/>
              </a:spcAft>
              <a:buNone/>
            </a:pPr>
            <a:r>
              <a:rPr lang="en-US" sz="2700" b="1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facts</a:t>
            </a:r>
            <a:pPr algn="l" indent="0" marL="0">
              <a:lnSpc>
                <a:spcPts val="4320"/>
              </a:lnSpc>
              <a:spcAft>
                <a:spcPts val="1500"/>
              </a:spcAft>
              <a:buNone/>
            </a:pPr>
            <a:r>
              <a:rPr lang="en-US" sz="2700" dirty="0">
                <a:solidFill>
                  <a:srgbClr val="33333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sourced from the archives or your own research.</a:t>
            </a:r>
            <a:endParaRPr lang="en-US" sz="2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2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629370"/>
            <a:ext cx="116586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216"/>
              </a:spcBef>
              <a:spcAft>
                <a:spcPts val="1500"/>
              </a:spcAft>
              <a:buNone/>
            </a:pPr>
            <a:r>
              <a:rPr lang="en-US" sz="4800" b="1" dirty="0">
                <a:solidFill>
                  <a:srgbClr val="F96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&amp; Next Steps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66700" y="2772370"/>
            <a:ext cx="1165860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27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 we planned the structure of our reports.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66700" y="3395216"/>
            <a:ext cx="11658600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27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lesson, we will focus on writing an amazing 
</a:t>
            </a:r>
            <a:pPr algn="ctr" indent="0" marL="0">
              <a:lnSpc>
                <a:spcPts val="3780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2700" b="1" dirty="0">
                <a:solidFill>
                  <a:srgbClr val="3F72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Opening Paragraph</a:t>
            </a:r>
            <a:pPr algn="ctr" indent="0" marL="0">
              <a:lnSpc>
                <a:spcPts val="3780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2700" dirty="0">
                <a:solidFill>
                  <a:srgbClr val="E0E0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266700" y="5120878"/>
            <a:ext cx="116586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2100" dirty="0">
                <a:solidFill>
                  <a:srgbClr val="F96D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sure your planning scaffold is complete.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2026-05-18T01:27:05Z</dcterms:created>
  <dcterms:modified xsi:type="dcterms:W3CDTF">2026-05-18T01:27:05Z</dcterms:modified>
</cp:coreProperties>
</file>