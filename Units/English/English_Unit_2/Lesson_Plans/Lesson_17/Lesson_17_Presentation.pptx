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6700" y="2157561"/>
            <a:ext cx="11658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618"/>
              </a:spcBef>
              <a:spcAft>
                <a:spcPts val="750"/>
              </a:spcAft>
              <a:buNone/>
            </a:pPr>
            <a:r>
              <a:rPr lang="en-US" sz="5400" b="1" dirty="0">
                <a:solidFill>
                  <a:srgbClr val="F9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 REPORTS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266700" y="3483322"/>
            <a:ext cx="1165860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490"/>
              </a:spcBef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3F72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 17: Planning an Information Report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66700" y="4540597"/>
            <a:ext cx="11658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Using the Bushfires Archive as a Structural Model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033736"/>
            <a:ext cx="11269980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can </a:t>
            </a:r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b="1" dirty="0">
                <a:solidFill>
                  <a:srgbClr val="F9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an information report</a:t>
            </a:r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using structural features modelled on the Bushfires Archive.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3046958"/>
            <a:ext cx="11269980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1500"/>
              </a:spcBef>
              <a:buNone/>
            </a:pPr>
            <a:r>
              <a:rPr lang="en-US" sz="2400" b="1" dirty="0">
                <a:solidFill>
                  <a:srgbClr val="3F72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Criteria: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71500" y="3568898"/>
            <a:ext cx="11049000" cy="1310283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940"/>
              </a:lnSpc>
              <a:spcAft>
                <a:spcPts val="750"/>
              </a:spcAft>
              <a:buSzPct val="100000"/>
              <a:buChar char="•"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can choose a natural disaster topic.</a:t>
            </a:r>
            <a:endParaRPr lang="en-US" sz="2100" dirty="0"/>
          </a:p>
          <a:p>
            <a:pPr algn="l" marL="190500" indent="-190500">
              <a:lnSpc>
                <a:spcPts val="2940"/>
              </a:lnSpc>
              <a:spcAft>
                <a:spcPts val="750"/>
              </a:spcAft>
              <a:buSzPct val="100000"/>
              <a:buChar char="•"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can use a planning scaffold to organize my ideas.</a:t>
            </a:r>
            <a:endParaRPr lang="en-US" sz="2100" dirty="0"/>
          </a:p>
          <a:p>
            <a:pPr algn="l" marL="190500" indent="-190500">
              <a:lnSpc>
                <a:spcPts val="2940"/>
              </a:lnSpc>
              <a:spcAft>
                <a:spcPts val="750"/>
              </a:spcAft>
              <a:buSzPct val="100000"/>
              <a:buChar char="•"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can include at least 3 researched facts in my plan.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033736"/>
            <a:ext cx="112699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It's time to start planning your final assessment (Part B)!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2673697"/>
            <a:ext cx="112699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need to choose a </a:t>
            </a:r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disaster topic</a:t>
            </a:r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research and report on.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71500" y="3313658"/>
            <a:ext cx="11049000" cy="1596033"/>
          </a:xfrm>
          <a:prstGeom prst="roundRect">
            <a:avLst>
              <a:gd name="adj" fmla="val 4774"/>
            </a:avLst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9600" y="3313658"/>
            <a:ext cx="0" cy="1596033"/>
          </a:xfrm>
          <a:prstGeom prst="line">
            <a:avLst/>
          </a:prstGeom>
          <a:noFill/>
          <a:ln w="76200">
            <a:solidFill>
              <a:srgbClr val="3F72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8200" y="3504158"/>
            <a:ext cx="10803636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112D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Discussion: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38200" y="3972669"/>
            <a:ext cx="10591800" cy="746522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940"/>
              </a:lnSpc>
              <a:buSzPct val="100000"/>
              <a:buChar char="•"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natural disaster are you most interested in?</a:t>
            </a:r>
            <a:endParaRPr lang="en-US" sz="2100" dirty="0"/>
          </a:p>
          <a:p>
            <a:pPr algn="l" marL="190500" indent="-190500">
              <a:lnSpc>
                <a:spcPts val="2940"/>
              </a:lnSpc>
              <a:buSzPct val="100000"/>
              <a:buChar char="•"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is planning an important step before we start writing?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033736"/>
            <a:ext cx="112699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Bushfires Archive hub page serves as a model for our own reports.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033736"/>
            <a:ext cx="112699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look at how we might plan a report on </a:t>
            </a:r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b="1" dirty="0">
                <a:solidFill>
                  <a:srgbClr val="112D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Tsunamis</a:t>
            </a:r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2673697"/>
            <a:ext cx="11049000" cy="2300883"/>
          </a:xfrm>
          <a:prstGeom prst="rect">
            <a:avLst/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09600" y="2673697"/>
            <a:ext cx="0" cy="2300883"/>
          </a:xfrm>
          <a:prstGeom prst="line">
            <a:avLst/>
          </a:prstGeom>
          <a:noFill/>
          <a:ln w="76200">
            <a:solidFill>
              <a:srgbClr val="F96D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8200" y="3130897"/>
            <a:ext cx="10803636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"First, I need my </a:t>
            </a:r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b="1" i="1" dirty="0">
                <a:solidFill>
                  <a:srgbClr val="3F72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general statement</a:t>
            </a:r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introduce what a tsunami is."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38200" y="3770858"/>
            <a:ext cx="10803636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1125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"Then, I'll need some facts about the </a:t>
            </a:r>
            <a:pPr algn="l" indent="0" marL="0">
              <a:lnSpc>
                <a:spcPts val="2940"/>
              </a:lnSpc>
              <a:spcBef>
                <a:spcPts val="1125"/>
              </a:spcBef>
              <a:spcAft>
                <a:spcPts val="2100"/>
              </a:spcAft>
              <a:buNone/>
            </a:pPr>
            <a:r>
              <a:rPr lang="en-US" sz="2100" b="1" i="1" dirty="0">
                <a:solidFill>
                  <a:srgbClr val="3F72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science</a:t>
            </a:r>
            <a:pPr algn="l" indent="0" marL="0">
              <a:lnSpc>
                <a:spcPts val="2940"/>
              </a:lnSpc>
              <a:spcBef>
                <a:spcPts val="1125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behind it... like underwater earthquakes."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033736"/>
            <a:ext cx="112699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it's time to begin completing your own planning scaffold.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2673697"/>
            <a:ext cx="11049000" cy="1310283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940"/>
              </a:lnSpc>
              <a:spcAft>
                <a:spcPts val="750"/>
              </a:spcAft>
              <a:buSzPct val="100000"/>
              <a:buChar char="•"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your </a:t>
            </a:r>
            <a:pPr algn="l" indent="0" marL="0">
              <a:lnSpc>
                <a:spcPts val="2940"/>
              </a:lnSpc>
              <a:spcAft>
                <a:spcPts val="750"/>
              </a:spcAft>
              <a:buNone/>
            </a:pPr>
            <a:r>
              <a:rPr lang="en-US" sz="21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disaster topic</a:t>
            </a:r>
            <a:pPr algn="l" indent="0" marL="0">
              <a:lnSpc>
                <a:spcPts val="2940"/>
              </a:lnSpc>
              <a:spcAft>
                <a:spcPts val="75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100" dirty="0"/>
          </a:p>
          <a:p>
            <a:pPr algn="l" marL="190500" indent="-190500">
              <a:lnSpc>
                <a:spcPts val="2940"/>
              </a:lnSpc>
              <a:spcAft>
                <a:spcPts val="750"/>
              </a:spcAft>
              <a:buSzPct val="100000"/>
              <a:buChar char="•"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 in notes for each of the 5 structural stages.</a:t>
            </a:r>
            <a:endParaRPr lang="en-US" sz="2100" dirty="0"/>
          </a:p>
          <a:p>
            <a:pPr algn="l" marL="190500" indent="-190500">
              <a:lnSpc>
                <a:spcPts val="2940"/>
              </a:lnSpc>
              <a:spcAft>
                <a:spcPts val="750"/>
              </a:spcAft>
              <a:buSzPct val="100000"/>
              <a:buChar char="•"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 at least </a:t>
            </a:r>
            <a:pPr algn="l" indent="0" marL="0">
              <a:lnSpc>
                <a:spcPts val="2940"/>
              </a:lnSpc>
              <a:spcAft>
                <a:spcPts val="750"/>
              </a:spcAft>
              <a:buNone/>
            </a:pPr>
            <a:r>
              <a:rPr lang="en-US" sz="21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facts</a:t>
            </a:r>
            <a:pPr algn="l" indent="0" marL="0">
              <a:lnSpc>
                <a:spcPts val="2940"/>
              </a:lnSpc>
              <a:spcAft>
                <a:spcPts val="75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sourced from the archives or your own research.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2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6700" y="1917204"/>
            <a:ext cx="116586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814"/>
              </a:spcBef>
              <a:spcAft>
                <a:spcPts val="750"/>
              </a:spcAft>
              <a:buNone/>
            </a:pPr>
            <a:r>
              <a:rPr lang="en-US" sz="4200" b="1" dirty="0">
                <a:solidFill>
                  <a:srgbClr val="F9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&amp; Next Steps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266700" y="2860179"/>
            <a:ext cx="1165860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40"/>
              </a:lnSpc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sz="2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we planned the structure of our reports.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66700" y="3376315"/>
            <a:ext cx="11658600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40"/>
              </a:lnSpc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sz="2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lesson, we will focus on writing an amazing 
</a:t>
            </a:r>
            <a:pPr algn="ctr" indent="0" marL="0">
              <a:lnSpc>
                <a:spcPts val="2940"/>
              </a:lnSpc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sz="2100" b="1" dirty="0">
                <a:solidFill>
                  <a:srgbClr val="3F72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Opening Paragraph</a:t>
            </a:r>
            <a:pPr algn="ctr" indent="0" marL="0">
              <a:lnSpc>
                <a:spcPts val="2940"/>
              </a:lnSpc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sz="2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266700" y="4781848"/>
            <a:ext cx="1165860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40"/>
              </a:lnSpc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sz="2100" dirty="0">
                <a:solidFill>
                  <a:srgbClr val="F9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sure your planning scaffold is complete.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2026-05-18T21:38:08Z</dcterms:created>
  <dcterms:modified xsi:type="dcterms:W3CDTF">2026-05-18T21:38:08Z</dcterms:modified>
</cp:coreProperties>
</file>