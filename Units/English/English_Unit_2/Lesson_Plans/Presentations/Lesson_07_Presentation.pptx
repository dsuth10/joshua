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28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0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rsutherland.net/archives/Cyclones/Cyclone_Mahina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818" y="1916162"/>
            <a:ext cx="791236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Comprehension Strategies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59657" y="2874913"/>
            <a:ext cx="47171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Skimming, Scanning &amp; Confirming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3012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Skimming?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fast to find the main idea.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riding a speedboat across the water, you are looking at the 'big picture'.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3383161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subheadings.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captions.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sentence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paragraph.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B05503-5A43-2ADD-D9C9-E59B24B29983}"/>
              </a:ext>
            </a:extLst>
          </p:cNvPr>
          <p:cNvSpPr txBox="1"/>
          <p:nvPr/>
        </p:nvSpPr>
        <p:spPr>
          <a:xfrm>
            <a:off x="2286000" y="224858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3"/>
              </a:rPr>
              <a:t>https://mrsutherland.net/archives/Cyclones/Cyclone_Mahina/index.html</a:t>
            </a:r>
            <a:endParaRPr lang="en-AU" dirty="0"/>
          </a:p>
          <a:p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17144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Scanning?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specific words, numbers, or facts.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using a metal detector on the beach, you are hunting for something specific.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3383161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your eyes dart over the text without reading every word.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letters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(names, places).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(dates, measurements).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57545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Scanning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4288631" cy="3268712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1422202"/>
            <a:ext cx="3837015" cy="2741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were the men on the luggers anchored at Bathurst Bay when Cyclone Mahina struck on 4 March 1899. Retrospective meteorological analysis suggests the cyclone reached an estimated Category 5 intensity, with a central pressure possibly as low as 914 hPa... What is not speculation is the storm </a:t>
            </a: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surge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The wave recorded in the aftermath reached </a:t>
            </a: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metres above normal sea level...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0482" y="1685776"/>
            <a:ext cx="3585567" cy="2214563"/>
          </a:xfrm>
          <a:prstGeom prst="roundRect">
            <a:avLst>
              <a:gd name="adj" fmla="val 8602"/>
            </a:avLst>
          </a:prstGeom>
          <a:solidFill>
            <a:srgbClr val="F96D00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4383" y="1939677"/>
            <a:ext cx="313932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know how high the storm surge was... Ah! I see the number 13."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5594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Confirming?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Slowing down to read carefully and check.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digging up the treasure, this is when you stop and read.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992189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scan and find your keyword,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sentence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actually answer your question or give you the right fact?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96346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Confirming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846659"/>
            <a:ext cx="4288631" cy="1745456"/>
          </a:xfrm>
          <a:prstGeom prst="roundRect">
            <a:avLst>
              <a:gd name="adj" fmla="val 58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2110085"/>
            <a:ext cx="3837015" cy="121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...What is not speculation is the storm surge. </a:t>
            </a: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wave recorded in the aftermath reached 13 metres above normal sea level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a world record that still stands today.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0482" y="1825377"/>
            <a:ext cx="3585567" cy="1787872"/>
          </a:xfrm>
          <a:prstGeom prst="roundRect">
            <a:avLst>
              <a:gd name="adj" fmla="val 10655"/>
            </a:avLst>
          </a:prstGeom>
          <a:solidFill>
            <a:srgbClr val="F96D00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4383" y="2079278"/>
            <a:ext cx="3139321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I confirm the height of the storm surge?"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2154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Fact Finding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20654" y="1285875"/>
            <a:ext cx="57025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Mahina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Archive page.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3250" y="1966466"/>
            <a:ext cx="7137350" cy="1488281"/>
          </a:xfrm>
          <a:prstGeom prst="roundRect">
            <a:avLst>
              <a:gd name="adj" fmla="val 12800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5676" y="2283916"/>
            <a:ext cx="663249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facts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impacts of Cyclone Mahina.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6669" y="3708648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to record: The fact, the strategy you used (Skim/Scan/Confirm), and where you found it (Heading name).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377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SUTHERLAND, Douglas (dsuth10)</cp:lastModifiedBy>
  <cp:revision>2</cp:revision>
  <dcterms:created xsi:type="dcterms:W3CDTF">2026-04-29T22:39:14Z</dcterms:created>
  <dcterms:modified xsi:type="dcterms:W3CDTF">2026-04-29T22:41:38Z</dcterms:modified>
</cp:coreProperties>
</file>