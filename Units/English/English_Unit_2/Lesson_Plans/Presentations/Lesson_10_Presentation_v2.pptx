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3850" y="1807815"/>
            <a:ext cx="71163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Noun Groups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187452" y="2766566"/>
            <a:ext cx="4769096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Painting a precise picture.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5990" y="954435"/>
            <a:ext cx="487202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These: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065126" y="1913186"/>
            <a:ext cx="101360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648483" y="2482155"/>
            <a:ext cx="384703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murky floodwater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3616" y="3051125"/>
            <a:ext cx="831662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rapidly rising, sediment-laden floodwaters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Bremer River.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74588" y="1523405"/>
            <a:ext cx="459482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360813" y="2482155"/>
            <a:ext cx="442237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</a:t>
            </a:r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noun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3093" y="3051125"/>
            <a:ext cx="6957664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words are doing the describing?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6472" y="1238845"/>
            <a:ext cx="373105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61140" y="2197596"/>
            <a:ext cx="6621720" cy="170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(Adjectives)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</a:t>
            </a:r>
            <a:pPr algn="ctr" indent="0" marL="0">
              <a:lnSpc>
                <a:spcPts val="4480"/>
              </a:lnSpc>
              <a:buNone/>
            </a:pP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endParaRPr lang="en-US" sz="3200" dirty="0"/>
          </a:p>
          <a:p>
            <a:pPr algn="ct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</a:t>
            </a:r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(Phrase or Clause)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9400" y="543074"/>
            <a:ext cx="57452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Break It Down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1501825"/>
            <a:ext cx="932688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devastating 1974 flood event that reshaped Brisbane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962479" y="2893665"/>
            <a:ext cx="5218893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Article: the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Pre-modifier: devastating 1974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Noun: flood event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Post-modifier: that reshaped Brisbane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8593" y="543074"/>
            <a:ext cx="92011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Break It Down: Example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1501825"/>
            <a:ext cx="932688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sudden, terrifying roar of the wind that shattered the silence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37987" y="2893665"/>
            <a:ext cx="7068026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Article: the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Pre-modifier: sudden, terrifying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Noun: roar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Post-modifier: of the wind that shattered the silence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8593" y="543074"/>
            <a:ext cx="92011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Break It Down: Example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1501825"/>
            <a:ext cx="932688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relentless, pouring rain lasting for three straight days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74009" y="2893665"/>
            <a:ext cx="5995982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Article: a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Pre-modifier: relentless, pouring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Noun: rain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Post-modifier: lasting for three straight days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8593" y="543074"/>
            <a:ext cx="920118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Break It Down: Example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1501825"/>
            <a:ext cx="9326880" cy="1137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overwhelming, brown floodwater from the bursting riverbanks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643234" y="2893665"/>
            <a:ext cx="5857384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Article: the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Pre-modifier: overwhelming, brown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Noun: floodwater</a:t>
            </a:r>
            <a:endParaRPr lang="en-US" sz="2400" dirty="0"/>
          </a:p>
          <a:p>
            <a:pPr algn="ctr" indent="0" marL="0">
              <a:lnSpc>
                <a:spcPts val="3360"/>
              </a:lnSpc>
              <a:spcBef>
                <a:spcPts val="2000"/>
              </a:spcBef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Post-modifier: from the bursting riverbanks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9361" y="1381125"/>
            <a:ext cx="3085278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26107" y="2339876"/>
            <a:ext cx="7291786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an expanded noun group for: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01822" y="2908846"/>
            <a:ext cx="11403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</a:t>
            </a:r>
            <a:endParaRPr lang="en-US" sz="4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5930" y="1523405"/>
            <a:ext cx="541214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Work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408392" y="2482155"/>
            <a:ext cx="6327068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Extreme Worksheet.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6216" y="3051125"/>
            <a:ext cx="7971568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for noun groups in the Floods Archive!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2026-05-06T22:03:41Z</dcterms:created>
  <dcterms:modified xsi:type="dcterms:W3CDTF">2026-05-06T22:03:41Z</dcterms:modified>
</cp:coreProperties>
</file>