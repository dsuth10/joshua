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60" r:id="rId5"/>
    <p:sldId id="265" r:id="rId6"/>
    <p:sldId id="261" r:id="rId7"/>
    <p:sldId id="264" r:id="rId8"/>
    <p:sldId id="262" r:id="rId9"/>
    <p:sldId id="263" r:id="rId10"/>
    <p:sldId id="266" r:id="rId11"/>
    <p:sldId id="25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86" autoAdjust="0"/>
  </p:normalViewPr>
  <p:slideViewPr>
    <p:cSldViewPr>
      <p:cViewPr>
        <p:scale>
          <a:sx n="150" d="100"/>
          <a:sy n="150" d="100"/>
        </p:scale>
        <p:origin x="-2488" y="-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E0DAE8-5782-4E08-BABB-34C7E4485C74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AU"/>
        </a:p>
      </dgm:t>
    </dgm:pt>
    <dgm:pt modelId="{C4D2B8AA-6864-446D-913E-D1796BD952E3}">
      <dgm:prSet phldrT="[Text]"/>
      <dgm:spPr/>
      <dgm:t>
        <a:bodyPr/>
        <a:lstStyle/>
        <a:p>
          <a:r>
            <a:rPr lang="en-AU" dirty="0" smtClean="0">
              <a:latin typeface="Arial"/>
              <a:cs typeface="Arial"/>
            </a:rPr>
            <a:t>they </a:t>
          </a:r>
          <a:endParaRPr lang="en-AU" dirty="0">
            <a:latin typeface="Arial"/>
            <a:cs typeface="Arial"/>
          </a:endParaRPr>
        </a:p>
      </dgm:t>
    </dgm:pt>
    <dgm:pt modelId="{DD29A96E-2F36-4D5B-BE22-FCBE4B778250}" type="parTrans" cxnId="{DCAEB340-2C1C-4312-AB5A-9A5FDBEDA566}">
      <dgm:prSet/>
      <dgm:spPr/>
      <dgm:t>
        <a:bodyPr/>
        <a:lstStyle/>
        <a:p>
          <a:endParaRPr lang="en-AU"/>
        </a:p>
      </dgm:t>
    </dgm:pt>
    <dgm:pt modelId="{BE17D948-59DC-4343-8954-DD9519523B3E}" type="sibTrans" cxnId="{DCAEB340-2C1C-4312-AB5A-9A5FDBEDA566}">
      <dgm:prSet/>
      <dgm:spPr/>
      <dgm:t>
        <a:bodyPr/>
        <a:lstStyle/>
        <a:p>
          <a:r>
            <a:rPr lang="en-AU" dirty="0" smtClean="0">
              <a:latin typeface="Arial"/>
              <a:cs typeface="Arial"/>
            </a:rPr>
            <a:t>come</a:t>
          </a:r>
          <a:endParaRPr lang="en-AU" dirty="0">
            <a:latin typeface="Arial"/>
            <a:cs typeface="Arial"/>
          </a:endParaRPr>
        </a:p>
      </dgm:t>
    </dgm:pt>
    <dgm:pt modelId="{0531D025-CAB7-476F-AE43-26D5AEDCA508}">
      <dgm:prSet phldrT="[Text]"/>
      <dgm:spPr/>
      <dgm:t>
        <a:bodyPr/>
        <a:lstStyle/>
        <a:p>
          <a:r>
            <a:rPr lang="en-AU" dirty="0" smtClean="0">
              <a:latin typeface="Arial"/>
              <a:cs typeface="Arial"/>
            </a:rPr>
            <a:t>do</a:t>
          </a:r>
          <a:endParaRPr lang="en-AU" dirty="0">
            <a:latin typeface="Arial"/>
            <a:cs typeface="Arial"/>
          </a:endParaRPr>
        </a:p>
      </dgm:t>
    </dgm:pt>
    <dgm:pt modelId="{8A45CF0F-7019-4A8E-85EA-18ABC890AE92}" type="sibTrans" cxnId="{BECCB982-C00A-4BDA-924A-95A9FD39E07D}">
      <dgm:prSet/>
      <dgm:spPr/>
      <dgm:t>
        <a:bodyPr/>
        <a:lstStyle/>
        <a:p>
          <a:r>
            <a:rPr lang="en-AU" dirty="0" smtClean="0">
              <a:latin typeface="Arial"/>
              <a:cs typeface="Arial"/>
            </a:rPr>
            <a:t>Where</a:t>
          </a:r>
          <a:endParaRPr lang="en-AU" dirty="0">
            <a:latin typeface="Arial"/>
            <a:cs typeface="Arial"/>
          </a:endParaRPr>
        </a:p>
      </dgm:t>
    </dgm:pt>
    <dgm:pt modelId="{D5218F70-2230-457B-B1A4-859198A9E42B}" type="parTrans" cxnId="{BECCB982-C00A-4BDA-924A-95A9FD39E07D}">
      <dgm:prSet/>
      <dgm:spPr/>
      <dgm:t>
        <a:bodyPr/>
        <a:lstStyle/>
        <a:p>
          <a:endParaRPr lang="en-AU"/>
        </a:p>
      </dgm:t>
    </dgm:pt>
    <dgm:pt modelId="{152065BB-9E3B-4FB5-B042-3188A8D78629}">
      <dgm:prSet/>
      <dgm:spPr/>
      <dgm:t>
        <a:bodyPr/>
        <a:lstStyle/>
        <a:p>
          <a:r>
            <a:rPr lang="en-AU" dirty="0" smtClean="0">
              <a:latin typeface="Arial"/>
              <a:cs typeface="Arial"/>
            </a:rPr>
            <a:t>?</a:t>
          </a:r>
          <a:endParaRPr lang="en-AU" dirty="0">
            <a:latin typeface="Arial"/>
            <a:cs typeface="Arial"/>
          </a:endParaRPr>
        </a:p>
      </dgm:t>
    </dgm:pt>
    <dgm:pt modelId="{338E0A2B-F4D9-4853-97A9-AE52B6610D40}" type="parTrans" cxnId="{663A5878-EA2A-418C-AD8F-DFEB4AAF25A6}">
      <dgm:prSet/>
      <dgm:spPr/>
      <dgm:t>
        <a:bodyPr/>
        <a:lstStyle/>
        <a:p>
          <a:endParaRPr lang="en-AU"/>
        </a:p>
      </dgm:t>
    </dgm:pt>
    <dgm:pt modelId="{7BD2A4F4-A97E-460E-AEF7-B557F0165E34}" type="sibTrans" cxnId="{663A5878-EA2A-418C-AD8F-DFEB4AAF25A6}">
      <dgm:prSet/>
      <dgm:spPr/>
      <dgm:t>
        <a:bodyPr/>
        <a:lstStyle/>
        <a:p>
          <a:r>
            <a:rPr lang="en-AU" dirty="0" smtClean="0">
              <a:latin typeface="Arial"/>
              <a:cs typeface="Arial"/>
            </a:rPr>
            <a:t>from</a:t>
          </a:r>
          <a:endParaRPr lang="en-AU" dirty="0">
            <a:latin typeface="Arial"/>
            <a:cs typeface="Arial"/>
          </a:endParaRPr>
        </a:p>
      </dgm:t>
    </dgm:pt>
    <dgm:pt modelId="{D3F8CAAD-802D-421C-B51B-FDBCDA7EFFEF}" type="pres">
      <dgm:prSet presAssocID="{4DE0DAE8-5782-4E08-BABB-34C7E4485C74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AU"/>
        </a:p>
      </dgm:t>
    </dgm:pt>
    <dgm:pt modelId="{EF268D66-6B29-4F19-A49D-F097EE7DBAEC}" type="pres">
      <dgm:prSet presAssocID="{0531D025-CAB7-476F-AE43-26D5AEDCA508}" presName="composite" presStyleCnt="0"/>
      <dgm:spPr/>
    </dgm:pt>
    <dgm:pt modelId="{8D517058-88BF-41F1-96F9-AF5DB9E68FFC}" type="pres">
      <dgm:prSet presAssocID="{0531D025-CAB7-476F-AE43-26D5AEDCA508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D7F0145E-66D4-471E-A2BA-DB8457B6C279}" type="pres">
      <dgm:prSet presAssocID="{0531D025-CAB7-476F-AE43-26D5AEDCA508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C640E89-14F4-4B30-BEF1-D1F3B7166483}" type="pres">
      <dgm:prSet presAssocID="{0531D025-CAB7-476F-AE43-26D5AEDCA508}" presName="BalanceSpacing" presStyleCnt="0"/>
      <dgm:spPr/>
    </dgm:pt>
    <dgm:pt modelId="{4A73F089-FFFC-45A6-8113-A74C4A8BCA2F}" type="pres">
      <dgm:prSet presAssocID="{0531D025-CAB7-476F-AE43-26D5AEDCA508}" presName="BalanceSpacing1" presStyleCnt="0"/>
      <dgm:spPr/>
    </dgm:pt>
    <dgm:pt modelId="{D96F0A5E-E72C-424D-9F68-47C2D5FA600F}" type="pres">
      <dgm:prSet presAssocID="{8A45CF0F-7019-4A8E-85EA-18ABC890AE92}" presName="Accent1Text" presStyleLbl="node1" presStyleIdx="1" presStyleCnt="6"/>
      <dgm:spPr/>
      <dgm:t>
        <a:bodyPr/>
        <a:lstStyle/>
        <a:p>
          <a:endParaRPr lang="en-AU"/>
        </a:p>
      </dgm:t>
    </dgm:pt>
    <dgm:pt modelId="{94529E41-2078-41C9-B12D-B7365DD85113}" type="pres">
      <dgm:prSet presAssocID="{8A45CF0F-7019-4A8E-85EA-18ABC890AE92}" presName="spaceBetweenRectangles" presStyleCnt="0"/>
      <dgm:spPr/>
    </dgm:pt>
    <dgm:pt modelId="{55418119-8B48-451F-A88F-952BC2182559}" type="pres">
      <dgm:prSet presAssocID="{C4D2B8AA-6864-446D-913E-D1796BD952E3}" presName="composite" presStyleCnt="0"/>
      <dgm:spPr/>
    </dgm:pt>
    <dgm:pt modelId="{49824402-B09F-4AAC-9906-4CC5095C3BBA}" type="pres">
      <dgm:prSet presAssocID="{C4D2B8AA-6864-446D-913E-D1796BD952E3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4C31E2E7-2AE4-4455-8EE7-D4F119C39CFB}" type="pres">
      <dgm:prSet presAssocID="{C4D2B8AA-6864-446D-913E-D1796BD952E3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673BE913-1F23-4855-8CB8-1A0A3D9B5D9A}" type="pres">
      <dgm:prSet presAssocID="{C4D2B8AA-6864-446D-913E-D1796BD952E3}" presName="BalanceSpacing" presStyleCnt="0"/>
      <dgm:spPr/>
    </dgm:pt>
    <dgm:pt modelId="{FCD14B4A-25BF-42A6-BE68-3D9E1862342E}" type="pres">
      <dgm:prSet presAssocID="{C4D2B8AA-6864-446D-913E-D1796BD952E3}" presName="BalanceSpacing1" presStyleCnt="0"/>
      <dgm:spPr/>
    </dgm:pt>
    <dgm:pt modelId="{DC553600-B37D-4757-8987-B0DDA74ACA17}" type="pres">
      <dgm:prSet presAssocID="{BE17D948-59DC-4343-8954-DD9519523B3E}" presName="Accent1Text" presStyleLbl="node1" presStyleIdx="3" presStyleCnt="6" custLinFactNeighborX="-1418" custLinFactNeighborY="-1935"/>
      <dgm:spPr/>
      <dgm:t>
        <a:bodyPr/>
        <a:lstStyle/>
        <a:p>
          <a:endParaRPr lang="en-AU"/>
        </a:p>
      </dgm:t>
    </dgm:pt>
    <dgm:pt modelId="{8497D386-4E63-4907-BF20-7CA91E261EF4}" type="pres">
      <dgm:prSet presAssocID="{BE17D948-59DC-4343-8954-DD9519523B3E}" presName="spaceBetweenRectangles" presStyleCnt="0"/>
      <dgm:spPr/>
    </dgm:pt>
    <dgm:pt modelId="{A3BE667D-4AF1-4B81-9556-561728B9DA9D}" type="pres">
      <dgm:prSet presAssocID="{152065BB-9E3B-4FB5-B042-3188A8D78629}" presName="composite" presStyleCnt="0"/>
      <dgm:spPr/>
    </dgm:pt>
    <dgm:pt modelId="{15810113-B769-49A2-9E21-91F0E4A6E0BE}" type="pres">
      <dgm:prSet presAssocID="{152065BB-9E3B-4FB5-B042-3188A8D78629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E807E378-838E-4306-9484-4A0030773C19}" type="pres">
      <dgm:prSet presAssocID="{152065BB-9E3B-4FB5-B042-3188A8D7862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C034299D-CFE7-434F-AB98-8476A12DD5EC}" type="pres">
      <dgm:prSet presAssocID="{152065BB-9E3B-4FB5-B042-3188A8D78629}" presName="BalanceSpacing" presStyleCnt="0"/>
      <dgm:spPr/>
    </dgm:pt>
    <dgm:pt modelId="{40ED25EE-E8BC-49BA-BE55-2055FD2F511A}" type="pres">
      <dgm:prSet presAssocID="{152065BB-9E3B-4FB5-B042-3188A8D78629}" presName="BalanceSpacing1" presStyleCnt="0"/>
      <dgm:spPr/>
    </dgm:pt>
    <dgm:pt modelId="{B939BD46-BD3E-48EA-88D9-EDAB4EFB5DF9}" type="pres">
      <dgm:prSet presAssocID="{7BD2A4F4-A97E-460E-AEF7-B557F0165E34}" presName="Accent1Text" presStyleLbl="node1" presStyleIdx="5" presStyleCnt="6"/>
      <dgm:spPr/>
      <dgm:t>
        <a:bodyPr/>
        <a:lstStyle/>
        <a:p>
          <a:endParaRPr lang="en-AU"/>
        </a:p>
      </dgm:t>
    </dgm:pt>
  </dgm:ptLst>
  <dgm:cxnLst>
    <dgm:cxn modelId="{BECCB982-C00A-4BDA-924A-95A9FD39E07D}" srcId="{4DE0DAE8-5782-4E08-BABB-34C7E4485C74}" destId="{0531D025-CAB7-476F-AE43-26D5AEDCA508}" srcOrd="0" destOrd="0" parTransId="{D5218F70-2230-457B-B1A4-859198A9E42B}" sibTransId="{8A45CF0F-7019-4A8E-85EA-18ABC890AE92}"/>
    <dgm:cxn modelId="{671B047D-23DA-49DF-8F43-046ABD5DCF26}" type="presOf" srcId="{C4D2B8AA-6864-446D-913E-D1796BD952E3}" destId="{49824402-B09F-4AAC-9906-4CC5095C3BBA}" srcOrd="0" destOrd="0" presId="urn:microsoft.com/office/officeart/2008/layout/AlternatingHexagons"/>
    <dgm:cxn modelId="{663A5878-EA2A-418C-AD8F-DFEB4AAF25A6}" srcId="{4DE0DAE8-5782-4E08-BABB-34C7E4485C74}" destId="{152065BB-9E3B-4FB5-B042-3188A8D78629}" srcOrd="2" destOrd="0" parTransId="{338E0A2B-F4D9-4853-97A9-AE52B6610D40}" sibTransId="{7BD2A4F4-A97E-460E-AEF7-B557F0165E34}"/>
    <dgm:cxn modelId="{DCAEB340-2C1C-4312-AB5A-9A5FDBEDA566}" srcId="{4DE0DAE8-5782-4E08-BABB-34C7E4485C74}" destId="{C4D2B8AA-6864-446D-913E-D1796BD952E3}" srcOrd="1" destOrd="0" parTransId="{DD29A96E-2F36-4D5B-BE22-FCBE4B778250}" sibTransId="{BE17D948-59DC-4343-8954-DD9519523B3E}"/>
    <dgm:cxn modelId="{0CFCB6F4-DC5B-4203-9641-270312B372AC}" type="presOf" srcId="{152065BB-9E3B-4FB5-B042-3188A8D78629}" destId="{15810113-B769-49A2-9E21-91F0E4A6E0BE}" srcOrd="0" destOrd="0" presId="urn:microsoft.com/office/officeart/2008/layout/AlternatingHexagons"/>
    <dgm:cxn modelId="{02AE7EEE-07C4-4257-8F97-BD50355F48C3}" type="presOf" srcId="{0531D025-CAB7-476F-AE43-26D5AEDCA508}" destId="{8D517058-88BF-41F1-96F9-AF5DB9E68FFC}" srcOrd="0" destOrd="0" presId="urn:microsoft.com/office/officeart/2008/layout/AlternatingHexagons"/>
    <dgm:cxn modelId="{7CEC2694-57F4-41C1-B0BB-0F2275BA1E55}" type="presOf" srcId="{4DE0DAE8-5782-4E08-BABB-34C7E4485C74}" destId="{D3F8CAAD-802D-421C-B51B-FDBCDA7EFFEF}" srcOrd="0" destOrd="0" presId="urn:microsoft.com/office/officeart/2008/layout/AlternatingHexagons"/>
    <dgm:cxn modelId="{9E3BF2A7-53E2-4B45-8B48-F719E20B4D67}" type="presOf" srcId="{8A45CF0F-7019-4A8E-85EA-18ABC890AE92}" destId="{D96F0A5E-E72C-424D-9F68-47C2D5FA600F}" srcOrd="0" destOrd="0" presId="urn:microsoft.com/office/officeart/2008/layout/AlternatingHexagons"/>
    <dgm:cxn modelId="{65B20D4A-BCD1-4E38-9A36-E002A0DE90A5}" type="presOf" srcId="{7BD2A4F4-A97E-460E-AEF7-B557F0165E34}" destId="{B939BD46-BD3E-48EA-88D9-EDAB4EFB5DF9}" srcOrd="0" destOrd="0" presId="urn:microsoft.com/office/officeart/2008/layout/AlternatingHexagons"/>
    <dgm:cxn modelId="{D66A24C5-A6D5-429F-8BF2-AF9DB61E11AC}" type="presOf" srcId="{BE17D948-59DC-4343-8954-DD9519523B3E}" destId="{DC553600-B37D-4757-8987-B0DDA74ACA17}" srcOrd="0" destOrd="0" presId="urn:microsoft.com/office/officeart/2008/layout/AlternatingHexagons"/>
    <dgm:cxn modelId="{7ABE3F55-C93F-41DD-81EB-14B4BDDFEA43}" type="presParOf" srcId="{D3F8CAAD-802D-421C-B51B-FDBCDA7EFFEF}" destId="{EF268D66-6B29-4F19-A49D-F097EE7DBAEC}" srcOrd="0" destOrd="0" presId="urn:microsoft.com/office/officeart/2008/layout/AlternatingHexagons"/>
    <dgm:cxn modelId="{594F8B6A-FC05-4983-97F4-075A9CB3E452}" type="presParOf" srcId="{EF268D66-6B29-4F19-A49D-F097EE7DBAEC}" destId="{8D517058-88BF-41F1-96F9-AF5DB9E68FFC}" srcOrd="0" destOrd="0" presId="urn:microsoft.com/office/officeart/2008/layout/AlternatingHexagons"/>
    <dgm:cxn modelId="{D1E4A1FE-2B89-4960-9906-7191B00210E1}" type="presParOf" srcId="{EF268D66-6B29-4F19-A49D-F097EE7DBAEC}" destId="{D7F0145E-66D4-471E-A2BA-DB8457B6C279}" srcOrd="1" destOrd="0" presId="urn:microsoft.com/office/officeart/2008/layout/AlternatingHexagons"/>
    <dgm:cxn modelId="{542E559E-3B9D-4596-817C-B776DBB2BE15}" type="presParOf" srcId="{EF268D66-6B29-4F19-A49D-F097EE7DBAEC}" destId="{6C640E89-14F4-4B30-BEF1-D1F3B7166483}" srcOrd="2" destOrd="0" presId="urn:microsoft.com/office/officeart/2008/layout/AlternatingHexagons"/>
    <dgm:cxn modelId="{B26ED9E3-8AA1-4B09-BEF8-9D9F74FC3875}" type="presParOf" srcId="{EF268D66-6B29-4F19-A49D-F097EE7DBAEC}" destId="{4A73F089-FFFC-45A6-8113-A74C4A8BCA2F}" srcOrd="3" destOrd="0" presId="urn:microsoft.com/office/officeart/2008/layout/AlternatingHexagons"/>
    <dgm:cxn modelId="{EAE15410-0850-40EF-AB37-547D077D7D7A}" type="presParOf" srcId="{EF268D66-6B29-4F19-A49D-F097EE7DBAEC}" destId="{D96F0A5E-E72C-424D-9F68-47C2D5FA600F}" srcOrd="4" destOrd="0" presId="urn:microsoft.com/office/officeart/2008/layout/AlternatingHexagons"/>
    <dgm:cxn modelId="{844FF3E5-771B-4A52-8901-96CFE18B1528}" type="presParOf" srcId="{D3F8CAAD-802D-421C-B51B-FDBCDA7EFFEF}" destId="{94529E41-2078-41C9-B12D-B7365DD85113}" srcOrd="1" destOrd="0" presId="urn:microsoft.com/office/officeart/2008/layout/AlternatingHexagons"/>
    <dgm:cxn modelId="{37FF6AA9-197A-4AFD-BDC8-3E192F981D37}" type="presParOf" srcId="{D3F8CAAD-802D-421C-B51B-FDBCDA7EFFEF}" destId="{55418119-8B48-451F-A88F-952BC2182559}" srcOrd="2" destOrd="0" presId="urn:microsoft.com/office/officeart/2008/layout/AlternatingHexagons"/>
    <dgm:cxn modelId="{B2E24949-8DCE-40DD-80B6-C4601A39C77C}" type="presParOf" srcId="{55418119-8B48-451F-A88F-952BC2182559}" destId="{49824402-B09F-4AAC-9906-4CC5095C3BBA}" srcOrd="0" destOrd="0" presId="urn:microsoft.com/office/officeart/2008/layout/AlternatingHexagons"/>
    <dgm:cxn modelId="{C4009303-9DED-4EE0-A8A0-16E068BDDEE6}" type="presParOf" srcId="{55418119-8B48-451F-A88F-952BC2182559}" destId="{4C31E2E7-2AE4-4455-8EE7-D4F119C39CFB}" srcOrd="1" destOrd="0" presId="urn:microsoft.com/office/officeart/2008/layout/AlternatingHexagons"/>
    <dgm:cxn modelId="{50B4D13C-09F6-404A-8617-6309E4866D55}" type="presParOf" srcId="{55418119-8B48-451F-A88F-952BC2182559}" destId="{673BE913-1F23-4855-8CB8-1A0A3D9B5D9A}" srcOrd="2" destOrd="0" presId="urn:microsoft.com/office/officeart/2008/layout/AlternatingHexagons"/>
    <dgm:cxn modelId="{E0CC34A7-5B91-4A75-99B8-9B43E0D96488}" type="presParOf" srcId="{55418119-8B48-451F-A88F-952BC2182559}" destId="{FCD14B4A-25BF-42A6-BE68-3D9E1862342E}" srcOrd="3" destOrd="0" presId="urn:microsoft.com/office/officeart/2008/layout/AlternatingHexagons"/>
    <dgm:cxn modelId="{30A4F705-0E64-4B17-9579-084BE9E2310D}" type="presParOf" srcId="{55418119-8B48-451F-A88F-952BC2182559}" destId="{DC553600-B37D-4757-8987-B0DDA74ACA17}" srcOrd="4" destOrd="0" presId="urn:microsoft.com/office/officeart/2008/layout/AlternatingHexagons"/>
    <dgm:cxn modelId="{C708777A-9D0B-4DC2-9711-FED09F982D14}" type="presParOf" srcId="{D3F8CAAD-802D-421C-B51B-FDBCDA7EFFEF}" destId="{8497D386-4E63-4907-BF20-7CA91E261EF4}" srcOrd="3" destOrd="0" presId="urn:microsoft.com/office/officeart/2008/layout/AlternatingHexagons"/>
    <dgm:cxn modelId="{376ECA21-953D-4902-BB54-18875A224568}" type="presParOf" srcId="{D3F8CAAD-802D-421C-B51B-FDBCDA7EFFEF}" destId="{A3BE667D-4AF1-4B81-9556-561728B9DA9D}" srcOrd="4" destOrd="0" presId="urn:microsoft.com/office/officeart/2008/layout/AlternatingHexagons"/>
    <dgm:cxn modelId="{31DA7B1F-FD1A-4273-BEDD-8F9046AE3C76}" type="presParOf" srcId="{A3BE667D-4AF1-4B81-9556-561728B9DA9D}" destId="{15810113-B769-49A2-9E21-91F0E4A6E0BE}" srcOrd="0" destOrd="0" presId="urn:microsoft.com/office/officeart/2008/layout/AlternatingHexagons"/>
    <dgm:cxn modelId="{ADA5C9E8-FDF2-45DF-AA14-F9EC3AF072C5}" type="presParOf" srcId="{A3BE667D-4AF1-4B81-9556-561728B9DA9D}" destId="{E807E378-838E-4306-9484-4A0030773C19}" srcOrd="1" destOrd="0" presId="urn:microsoft.com/office/officeart/2008/layout/AlternatingHexagons"/>
    <dgm:cxn modelId="{E0C7149A-EF3C-4CA6-BEB7-CD72AD688DC0}" type="presParOf" srcId="{A3BE667D-4AF1-4B81-9556-561728B9DA9D}" destId="{C034299D-CFE7-434F-AB98-8476A12DD5EC}" srcOrd="2" destOrd="0" presId="urn:microsoft.com/office/officeart/2008/layout/AlternatingHexagons"/>
    <dgm:cxn modelId="{709E4DD7-D379-4884-A5D0-8D01FF5CCE9D}" type="presParOf" srcId="{A3BE667D-4AF1-4B81-9556-561728B9DA9D}" destId="{40ED25EE-E8BC-49BA-BE55-2055FD2F511A}" srcOrd="3" destOrd="0" presId="urn:microsoft.com/office/officeart/2008/layout/AlternatingHexagons"/>
    <dgm:cxn modelId="{CB98BC0D-6F6B-458D-B34A-D5548A672254}" type="presParOf" srcId="{A3BE667D-4AF1-4B81-9556-561728B9DA9D}" destId="{B939BD46-BD3E-48EA-88D9-EDAB4EFB5DF9}" srcOrd="4" destOrd="0" presId="urn:microsoft.com/office/officeart/2008/layout/AlternatingHexagons"/>
  </dgm:cxnLst>
  <dgm:bg/>
  <dgm:whole>
    <a:ln w="28575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CDCFBD-907F-4ABE-B01C-35E909B6D615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43BF9005-12FC-4902-9419-04D5B140AD0E}">
      <dgm:prSet phldrT="[Text]"/>
      <dgm:spPr/>
      <dgm:t>
        <a:bodyPr/>
        <a:lstStyle/>
        <a:p>
          <a:r>
            <a:rPr lang="en-AU" dirty="0" smtClean="0">
              <a:latin typeface="Arial" pitchFamily="34" charset="0"/>
              <a:cs typeface="Arial" pitchFamily="34" charset="0"/>
            </a:rPr>
            <a:t>Individuals and/or groups in the community raise a </a:t>
          </a:r>
          <a:r>
            <a:rPr lang="en-AU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concern</a:t>
          </a:r>
          <a:r>
            <a:rPr lang="en-AU" dirty="0" smtClean="0">
              <a:latin typeface="Arial" pitchFamily="34" charset="0"/>
              <a:cs typeface="Arial" pitchFamily="34" charset="0"/>
            </a:rPr>
            <a:t> about an issue.</a:t>
          </a:r>
        </a:p>
      </dgm:t>
    </dgm:pt>
    <dgm:pt modelId="{248EAF56-6636-48CF-8D0B-D22A8CD12187}" type="parTrans" cxnId="{6599DEF6-BE2A-444C-B3B0-F4C953FD3D80}">
      <dgm:prSet/>
      <dgm:spPr/>
      <dgm:t>
        <a:bodyPr/>
        <a:lstStyle/>
        <a:p>
          <a:endParaRPr lang="en-AU"/>
        </a:p>
      </dgm:t>
    </dgm:pt>
    <dgm:pt modelId="{E862E5EC-B550-4F02-AC84-717C4BAEB63C}" type="sibTrans" cxnId="{6599DEF6-BE2A-444C-B3B0-F4C953FD3D80}">
      <dgm:prSet/>
      <dgm:spPr/>
      <dgm:t>
        <a:bodyPr/>
        <a:lstStyle/>
        <a:p>
          <a:endParaRPr lang="en-AU" dirty="0"/>
        </a:p>
      </dgm:t>
    </dgm:pt>
    <dgm:pt modelId="{A9AAAF2C-8D74-4EED-9CFB-4BB0EC17771D}">
      <dgm:prSet phldrT="[Text]"/>
      <dgm:spPr/>
      <dgm:t>
        <a:bodyPr/>
        <a:lstStyle/>
        <a:p>
          <a:r>
            <a:rPr lang="en-AU" dirty="0" smtClean="0">
              <a:latin typeface="Arial" pitchFamily="34" charset="0"/>
              <a:cs typeface="Arial" pitchFamily="34" charset="0"/>
            </a:rPr>
            <a:t>A member of parliament might introduce a bill into parliament for discussion and debate. If the bill is agreed to, it </a:t>
          </a:r>
          <a:r>
            <a:rPr lang="en-AU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is passed </a:t>
          </a:r>
          <a:r>
            <a:rPr lang="en-AU" dirty="0" smtClean="0">
              <a:latin typeface="Arial" pitchFamily="34" charset="0"/>
              <a:cs typeface="Arial" pitchFamily="34" charset="0"/>
            </a:rPr>
            <a:t>and becomes Australian law.</a:t>
          </a:r>
          <a:endParaRPr lang="en-AU" dirty="0">
            <a:latin typeface="Arial" pitchFamily="34" charset="0"/>
            <a:cs typeface="Arial" pitchFamily="34" charset="0"/>
          </a:endParaRPr>
        </a:p>
      </dgm:t>
    </dgm:pt>
    <dgm:pt modelId="{4A619406-9B13-4752-8226-65ECD4930F50}" type="parTrans" cxnId="{63316ECB-DE34-41E4-B72F-A19175C4003B}">
      <dgm:prSet/>
      <dgm:spPr/>
      <dgm:t>
        <a:bodyPr/>
        <a:lstStyle/>
        <a:p>
          <a:endParaRPr lang="en-AU"/>
        </a:p>
      </dgm:t>
    </dgm:pt>
    <dgm:pt modelId="{DB197731-5D95-42CB-8A8C-695AD7FCC96E}" type="sibTrans" cxnId="{63316ECB-DE34-41E4-B72F-A19175C4003B}">
      <dgm:prSet/>
      <dgm:spPr/>
      <dgm:t>
        <a:bodyPr/>
        <a:lstStyle/>
        <a:p>
          <a:endParaRPr lang="en-AU" dirty="0"/>
        </a:p>
      </dgm:t>
    </dgm:pt>
    <dgm:pt modelId="{2627422A-087F-49A4-B15A-96B8901ED669}">
      <dgm:prSet phldrT="[Text]"/>
      <dgm:spPr/>
      <dgm:t>
        <a:bodyPr/>
        <a:lstStyle/>
        <a:p>
          <a:r>
            <a:rPr lang="en-AU" dirty="0" smtClean="0">
              <a:latin typeface="Arial" pitchFamily="34" charset="0"/>
              <a:cs typeface="Arial" pitchFamily="34" charset="0"/>
            </a:rPr>
            <a:t>All Australians have the responsibility to follow the </a:t>
          </a:r>
          <a:r>
            <a:rPr lang="en-AU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law</a:t>
          </a:r>
          <a:r>
            <a:rPr lang="en-AU" dirty="0" smtClean="0">
              <a:latin typeface="Arial" pitchFamily="34" charset="0"/>
              <a:cs typeface="Arial" pitchFamily="34" charset="0"/>
            </a:rPr>
            <a:t>.</a:t>
          </a:r>
          <a:endParaRPr lang="en-AU" dirty="0">
            <a:latin typeface="Arial" pitchFamily="34" charset="0"/>
            <a:cs typeface="Arial" pitchFamily="34" charset="0"/>
          </a:endParaRPr>
        </a:p>
      </dgm:t>
    </dgm:pt>
    <dgm:pt modelId="{8ACBE715-26ED-4642-8459-1413EBC49637}" type="parTrans" cxnId="{52237DCE-AD8C-4FA9-A740-C6B0D19B190F}">
      <dgm:prSet/>
      <dgm:spPr/>
      <dgm:t>
        <a:bodyPr/>
        <a:lstStyle/>
        <a:p>
          <a:endParaRPr lang="en-AU"/>
        </a:p>
      </dgm:t>
    </dgm:pt>
    <dgm:pt modelId="{79F2D687-724A-447D-A8A6-C1B917225950}" type="sibTrans" cxnId="{52237DCE-AD8C-4FA9-A740-C6B0D19B190F}">
      <dgm:prSet/>
      <dgm:spPr/>
      <dgm:t>
        <a:bodyPr/>
        <a:lstStyle/>
        <a:p>
          <a:endParaRPr lang="en-AU"/>
        </a:p>
      </dgm:t>
    </dgm:pt>
    <dgm:pt modelId="{1171BCFC-5955-44B8-9D46-4B6A198F70A0}" type="pres">
      <dgm:prSet presAssocID="{AECDCFBD-907F-4ABE-B01C-35E909B6D615}" presName="Name0" presStyleCnt="0">
        <dgm:presLayoutVars>
          <dgm:dir/>
          <dgm:resizeHandles val="exact"/>
        </dgm:presLayoutVars>
      </dgm:prSet>
      <dgm:spPr/>
    </dgm:pt>
    <dgm:pt modelId="{71B9E696-0807-4189-B801-ADD4A0B89C15}" type="pres">
      <dgm:prSet presAssocID="{43BF9005-12FC-4902-9419-04D5B140AD0E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8DA77A7-63F7-49F9-94EB-EC481678C266}" type="pres">
      <dgm:prSet presAssocID="{E862E5EC-B550-4F02-AC84-717C4BAEB63C}" presName="sibTrans" presStyleLbl="sibTrans2D1" presStyleIdx="0" presStyleCnt="2"/>
      <dgm:spPr/>
      <dgm:t>
        <a:bodyPr/>
        <a:lstStyle/>
        <a:p>
          <a:endParaRPr lang="en-AU"/>
        </a:p>
      </dgm:t>
    </dgm:pt>
    <dgm:pt modelId="{CA222FFC-4398-45E1-81C6-43D00CFBFE07}" type="pres">
      <dgm:prSet presAssocID="{E862E5EC-B550-4F02-AC84-717C4BAEB63C}" presName="connectorText" presStyleLbl="sibTrans2D1" presStyleIdx="0" presStyleCnt="2"/>
      <dgm:spPr/>
      <dgm:t>
        <a:bodyPr/>
        <a:lstStyle/>
        <a:p>
          <a:endParaRPr lang="en-AU"/>
        </a:p>
      </dgm:t>
    </dgm:pt>
    <dgm:pt modelId="{2CF6C1A8-101C-4CDA-89C9-54EAB791B67A}" type="pres">
      <dgm:prSet presAssocID="{A9AAAF2C-8D74-4EED-9CFB-4BB0EC17771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D4B4A8A4-86BF-463F-BC5E-71F59C4F1B65}" type="pres">
      <dgm:prSet presAssocID="{DB197731-5D95-42CB-8A8C-695AD7FCC96E}" presName="sibTrans" presStyleLbl="sibTrans2D1" presStyleIdx="1" presStyleCnt="2"/>
      <dgm:spPr/>
      <dgm:t>
        <a:bodyPr/>
        <a:lstStyle/>
        <a:p>
          <a:endParaRPr lang="en-AU"/>
        </a:p>
      </dgm:t>
    </dgm:pt>
    <dgm:pt modelId="{C2CE6816-920E-452D-A40E-DADE7B103FD8}" type="pres">
      <dgm:prSet presAssocID="{DB197731-5D95-42CB-8A8C-695AD7FCC96E}" presName="connectorText" presStyleLbl="sibTrans2D1" presStyleIdx="1" presStyleCnt="2"/>
      <dgm:spPr/>
      <dgm:t>
        <a:bodyPr/>
        <a:lstStyle/>
        <a:p>
          <a:endParaRPr lang="en-AU"/>
        </a:p>
      </dgm:t>
    </dgm:pt>
    <dgm:pt modelId="{9FC1EFFE-783D-4FCB-B72A-E3A91F4C3DA9}" type="pres">
      <dgm:prSet presAssocID="{2627422A-087F-49A4-B15A-96B8901ED669}" presName="node" presStyleLbl="node1" presStyleIdx="2" presStyleCnt="3" custLinFactNeighborX="9981" custLinFactNeighborY="-3981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342862A7-EE0C-4D0A-ABBD-822A396ABEE8}" type="presOf" srcId="{E862E5EC-B550-4F02-AC84-717C4BAEB63C}" destId="{F8DA77A7-63F7-49F9-94EB-EC481678C266}" srcOrd="0" destOrd="0" presId="urn:microsoft.com/office/officeart/2005/8/layout/process1"/>
    <dgm:cxn modelId="{3398A4F0-9336-4E6B-B1A6-312744ED4C37}" type="presOf" srcId="{DB197731-5D95-42CB-8A8C-695AD7FCC96E}" destId="{C2CE6816-920E-452D-A40E-DADE7B103FD8}" srcOrd="1" destOrd="0" presId="urn:microsoft.com/office/officeart/2005/8/layout/process1"/>
    <dgm:cxn modelId="{FFBBF425-0AD7-41CF-95E7-4470197C3B5B}" type="presOf" srcId="{A9AAAF2C-8D74-4EED-9CFB-4BB0EC17771D}" destId="{2CF6C1A8-101C-4CDA-89C9-54EAB791B67A}" srcOrd="0" destOrd="0" presId="urn:microsoft.com/office/officeart/2005/8/layout/process1"/>
    <dgm:cxn modelId="{52237DCE-AD8C-4FA9-A740-C6B0D19B190F}" srcId="{AECDCFBD-907F-4ABE-B01C-35E909B6D615}" destId="{2627422A-087F-49A4-B15A-96B8901ED669}" srcOrd="2" destOrd="0" parTransId="{8ACBE715-26ED-4642-8459-1413EBC49637}" sibTransId="{79F2D687-724A-447D-A8A6-C1B917225950}"/>
    <dgm:cxn modelId="{63316ECB-DE34-41E4-B72F-A19175C4003B}" srcId="{AECDCFBD-907F-4ABE-B01C-35E909B6D615}" destId="{A9AAAF2C-8D74-4EED-9CFB-4BB0EC17771D}" srcOrd="1" destOrd="0" parTransId="{4A619406-9B13-4752-8226-65ECD4930F50}" sibTransId="{DB197731-5D95-42CB-8A8C-695AD7FCC96E}"/>
    <dgm:cxn modelId="{9AC83E89-8B3F-4D61-9763-A6BA629EB6FE}" type="presOf" srcId="{E862E5EC-B550-4F02-AC84-717C4BAEB63C}" destId="{CA222FFC-4398-45E1-81C6-43D00CFBFE07}" srcOrd="1" destOrd="0" presId="urn:microsoft.com/office/officeart/2005/8/layout/process1"/>
    <dgm:cxn modelId="{4198DBDD-666C-470B-A285-35B66F25C496}" type="presOf" srcId="{DB197731-5D95-42CB-8A8C-695AD7FCC96E}" destId="{D4B4A8A4-86BF-463F-BC5E-71F59C4F1B65}" srcOrd="0" destOrd="0" presId="urn:microsoft.com/office/officeart/2005/8/layout/process1"/>
    <dgm:cxn modelId="{AB1F97B2-D93C-446D-B1F4-9BF7A4F28422}" type="presOf" srcId="{2627422A-087F-49A4-B15A-96B8901ED669}" destId="{9FC1EFFE-783D-4FCB-B72A-E3A91F4C3DA9}" srcOrd="0" destOrd="0" presId="urn:microsoft.com/office/officeart/2005/8/layout/process1"/>
    <dgm:cxn modelId="{6599DEF6-BE2A-444C-B3B0-F4C953FD3D80}" srcId="{AECDCFBD-907F-4ABE-B01C-35E909B6D615}" destId="{43BF9005-12FC-4902-9419-04D5B140AD0E}" srcOrd="0" destOrd="0" parTransId="{248EAF56-6636-48CF-8D0B-D22A8CD12187}" sibTransId="{E862E5EC-B550-4F02-AC84-717C4BAEB63C}"/>
    <dgm:cxn modelId="{EABD7792-3848-4628-834C-7224BCE95A72}" type="presOf" srcId="{43BF9005-12FC-4902-9419-04D5B140AD0E}" destId="{71B9E696-0807-4189-B801-ADD4A0B89C15}" srcOrd="0" destOrd="0" presId="urn:microsoft.com/office/officeart/2005/8/layout/process1"/>
    <dgm:cxn modelId="{C5C6FC8A-5FEF-4DF9-9A65-10D82107B32B}" type="presOf" srcId="{AECDCFBD-907F-4ABE-B01C-35E909B6D615}" destId="{1171BCFC-5955-44B8-9D46-4B6A198F70A0}" srcOrd="0" destOrd="0" presId="urn:microsoft.com/office/officeart/2005/8/layout/process1"/>
    <dgm:cxn modelId="{1269F563-B3FC-4984-8F64-88027FA414E1}" type="presParOf" srcId="{1171BCFC-5955-44B8-9D46-4B6A198F70A0}" destId="{71B9E696-0807-4189-B801-ADD4A0B89C15}" srcOrd="0" destOrd="0" presId="urn:microsoft.com/office/officeart/2005/8/layout/process1"/>
    <dgm:cxn modelId="{DFBFF0FB-8B17-4458-8619-0CED86DAD6AC}" type="presParOf" srcId="{1171BCFC-5955-44B8-9D46-4B6A198F70A0}" destId="{F8DA77A7-63F7-49F9-94EB-EC481678C266}" srcOrd="1" destOrd="0" presId="urn:microsoft.com/office/officeart/2005/8/layout/process1"/>
    <dgm:cxn modelId="{2DC22216-8F21-453E-85B2-A66C8DA35465}" type="presParOf" srcId="{F8DA77A7-63F7-49F9-94EB-EC481678C266}" destId="{CA222FFC-4398-45E1-81C6-43D00CFBFE07}" srcOrd="0" destOrd="0" presId="urn:microsoft.com/office/officeart/2005/8/layout/process1"/>
    <dgm:cxn modelId="{2ABD8499-2EDB-4503-9D09-6767BC3EB07B}" type="presParOf" srcId="{1171BCFC-5955-44B8-9D46-4B6A198F70A0}" destId="{2CF6C1A8-101C-4CDA-89C9-54EAB791B67A}" srcOrd="2" destOrd="0" presId="urn:microsoft.com/office/officeart/2005/8/layout/process1"/>
    <dgm:cxn modelId="{E03BDC7A-86F1-4021-8246-18ECB091343E}" type="presParOf" srcId="{1171BCFC-5955-44B8-9D46-4B6A198F70A0}" destId="{D4B4A8A4-86BF-463F-BC5E-71F59C4F1B65}" srcOrd="3" destOrd="0" presId="urn:microsoft.com/office/officeart/2005/8/layout/process1"/>
    <dgm:cxn modelId="{C1B21989-2492-4B87-A551-B4AF6111F48D}" type="presParOf" srcId="{D4B4A8A4-86BF-463F-BC5E-71F59C4F1B65}" destId="{C2CE6816-920E-452D-A40E-DADE7B103FD8}" srcOrd="0" destOrd="0" presId="urn:microsoft.com/office/officeart/2005/8/layout/process1"/>
    <dgm:cxn modelId="{DE07F49B-DF02-4994-BADE-91ABBC584E4F}" type="presParOf" srcId="{1171BCFC-5955-44B8-9D46-4B6A198F70A0}" destId="{9FC1EFFE-783D-4FCB-B72A-E3A91F4C3DA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CDCFBD-907F-4ABE-B01C-35E909B6D615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43BF9005-12FC-4902-9419-04D5B140AD0E}">
      <dgm:prSet phldrT="[Text]" custT="1"/>
      <dgm:spPr/>
      <dgm:t>
        <a:bodyPr/>
        <a:lstStyle/>
        <a:p>
          <a:r>
            <a:rPr lang="en-AU" sz="2000" dirty="0" smtClean="0">
              <a:latin typeface="Arial" pitchFamily="34" charset="0"/>
              <a:cs typeface="Arial" pitchFamily="34" charset="0"/>
            </a:rPr>
            <a:t>Although fewer people rode bicycles for transport and recreation in the 1990s, people were involved in accidents, resulting in head injuries. This raised community </a:t>
          </a:r>
          <a:r>
            <a:rPr lang="en-AU" sz="20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concern</a:t>
          </a:r>
          <a:r>
            <a:rPr lang="en-AU" sz="2000" dirty="0" smtClean="0"/>
            <a:t>.</a:t>
          </a:r>
        </a:p>
      </dgm:t>
    </dgm:pt>
    <dgm:pt modelId="{248EAF56-6636-48CF-8D0B-D22A8CD12187}" type="parTrans" cxnId="{6599DEF6-BE2A-444C-B3B0-F4C953FD3D80}">
      <dgm:prSet/>
      <dgm:spPr/>
      <dgm:t>
        <a:bodyPr/>
        <a:lstStyle/>
        <a:p>
          <a:endParaRPr lang="en-AU"/>
        </a:p>
      </dgm:t>
    </dgm:pt>
    <dgm:pt modelId="{E862E5EC-B550-4F02-AC84-717C4BAEB63C}" type="sibTrans" cxnId="{6599DEF6-BE2A-444C-B3B0-F4C953FD3D80}">
      <dgm:prSet/>
      <dgm:spPr/>
      <dgm:t>
        <a:bodyPr/>
        <a:lstStyle/>
        <a:p>
          <a:endParaRPr lang="en-AU" dirty="0"/>
        </a:p>
      </dgm:t>
    </dgm:pt>
    <dgm:pt modelId="{2627422A-087F-49A4-B15A-96B8901ED669}">
      <dgm:prSet phldrT="[Text]" custT="1"/>
      <dgm:spPr/>
      <dgm:t>
        <a:bodyPr/>
        <a:lstStyle/>
        <a:p>
          <a:r>
            <a:rPr lang="en-AU" sz="20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In 1991, Australia introduced compulsory cycle helmet </a:t>
          </a:r>
          <a:r>
            <a:rPr lang="en-AU" sz="20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laws</a:t>
          </a:r>
          <a:r>
            <a:rPr lang="en-AU" sz="20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.</a:t>
          </a:r>
          <a:endParaRPr lang="en-AU" sz="20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gm:t>
    </dgm:pt>
    <dgm:pt modelId="{8ACBE715-26ED-4642-8459-1413EBC49637}" type="parTrans" cxnId="{52237DCE-AD8C-4FA9-A740-C6B0D19B190F}">
      <dgm:prSet/>
      <dgm:spPr/>
      <dgm:t>
        <a:bodyPr/>
        <a:lstStyle/>
        <a:p>
          <a:endParaRPr lang="en-AU"/>
        </a:p>
      </dgm:t>
    </dgm:pt>
    <dgm:pt modelId="{79F2D687-724A-447D-A8A6-C1B917225950}" type="sibTrans" cxnId="{52237DCE-AD8C-4FA9-A740-C6B0D19B190F}">
      <dgm:prSet/>
      <dgm:spPr/>
      <dgm:t>
        <a:bodyPr/>
        <a:lstStyle/>
        <a:p>
          <a:endParaRPr lang="en-AU"/>
        </a:p>
      </dgm:t>
    </dgm:pt>
    <dgm:pt modelId="{1171BCFC-5955-44B8-9D46-4B6A198F70A0}" type="pres">
      <dgm:prSet presAssocID="{AECDCFBD-907F-4ABE-B01C-35E909B6D615}" presName="Name0" presStyleCnt="0">
        <dgm:presLayoutVars>
          <dgm:dir/>
          <dgm:resizeHandles val="exact"/>
        </dgm:presLayoutVars>
      </dgm:prSet>
      <dgm:spPr/>
    </dgm:pt>
    <dgm:pt modelId="{71B9E696-0807-4189-B801-ADD4A0B89C15}" type="pres">
      <dgm:prSet presAssocID="{43BF9005-12FC-4902-9419-04D5B140AD0E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8DA77A7-63F7-49F9-94EB-EC481678C266}" type="pres">
      <dgm:prSet presAssocID="{E862E5EC-B550-4F02-AC84-717C4BAEB63C}" presName="sibTrans" presStyleLbl="sibTrans2D1" presStyleIdx="0" presStyleCnt="1"/>
      <dgm:spPr/>
      <dgm:t>
        <a:bodyPr/>
        <a:lstStyle/>
        <a:p>
          <a:endParaRPr lang="en-AU"/>
        </a:p>
      </dgm:t>
    </dgm:pt>
    <dgm:pt modelId="{CA222FFC-4398-45E1-81C6-43D00CFBFE07}" type="pres">
      <dgm:prSet presAssocID="{E862E5EC-B550-4F02-AC84-717C4BAEB63C}" presName="connectorText" presStyleLbl="sibTrans2D1" presStyleIdx="0" presStyleCnt="1"/>
      <dgm:spPr/>
      <dgm:t>
        <a:bodyPr/>
        <a:lstStyle/>
        <a:p>
          <a:endParaRPr lang="en-AU"/>
        </a:p>
      </dgm:t>
    </dgm:pt>
    <dgm:pt modelId="{9FC1EFFE-783D-4FCB-B72A-E3A91F4C3DA9}" type="pres">
      <dgm:prSet presAssocID="{2627422A-087F-49A4-B15A-96B8901ED669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8184B0C6-F76B-46AB-B187-A8EC1645483D}" type="presOf" srcId="{AECDCFBD-907F-4ABE-B01C-35E909B6D615}" destId="{1171BCFC-5955-44B8-9D46-4B6A198F70A0}" srcOrd="0" destOrd="0" presId="urn:microsoft.com/office/officeart/2005/8/layout/process1"/>
    <dgm:cxn modelId="{52237DCE-AD8C-4FA9-A740-C6B0D19B190F}" srcId="{AECDCFBD-907F-4ABE-B01C-35E909B6D615}" destId="{2627422A-087F-49A4-B15A-96B8901ED669}" srcOrd="1" destOrd="0" parTransId="{8ACBE715-26ED-4642-8459-1413EBC49637}" sibTransId="{79F2D687-724A-447D-A8A6-C1B917225950}"/>
    <dgm:cxn modelId="{C655B73C-4C7C-4D46-A725-2117897C7547}" type="presOf" srcId="{E862E5EC-B550-4F02-AC84-717C4BAEB63C}" destId="{F8DA77A7-63F7-49F9-94EB-EC481678C266}" srcOrd="0" destOrd="0" presId="urn:microsoft.com/office/officeart/2005/8/layout/process1"/>
    <dgm:cxn modelId="{58EE9ACE-FB9E-400E-B3EB-F23BD6F1EBBA}" type="presOf" srcId="{E862E5EC-B550-4F02-AC84-717C4BAEB63C}" destId="{CA222FFC-4398-45E1-81C6-43D00CFBFE07}" srcOrd="1" destOrd="0" presId="urn:microsoft.com/office/officeart/2005/8/layout/process1"/>
    <dgm:cxn modelId="{28C38CB0-7EFC-46E4-BA68-240582A7C037}" type="presOf" srcId="{43BF9005-12FC-4902-9419-04D5B140AD0E}" destId="{71B9E696-0807-4189-B801-ADD4A0B89C15}" srcOrd="0" destOrd="0" presId="urn:microsoft.com/office/officeart/2005/8/layout/process1"/>
    <dgm:cxn modelId="{6599DEF6-BE2A-444C-B3B0-F4C953FD3D80}" srcId="{AECDCFBD-907F-4ABE-B01C-35E909B6D615}" destId="{43BF9005-12FC-4902-9419-04D5B140AD0E}" srcOrd="0" destOrd="0" parTransId="{248EAF56-6636-48CF-8D0B-D22A8CD12187}" sibTransId="{E862E5EC-B550-4F02-AC84-717C4BAEB63C}"/>
    <dgm:cxn modelId="{7E6FC6D8-E399-45AB-B91A-C588FC29C58B}" type="presOf" srcId="{2627422A-087F-49A4-B15A-96B8901ED669}" destId="{9FC1EFFE-783D-4FCB-B72A-E3A91F4C3DA9}" srcOrd="0" destOrd="0" presId="urn:microsoft.com/office/officeart/2005/8/layout/process1"/>
    <dgm:cxn modelId="{2F2EA4FD-59F7-4F71-8D52-9702C263D992}" type="presParOf" srcId="{1171BCFC-5955-44B8-9D46-4B6A198F70A0}" destId="{71B9E696-0807-4189-B801-ADD4A0B89C15}" srcOrd="0" destOrd="0" presId="urn:microsoft.com/office/officeart/2005/8/layout/process1"/>
    <dgm:cxn modelId="{70C80F00-1306-4495-894C-2F63ED2FD566}" type="presParOf" srcId="{1171BCFC-5955-44B8-9D46-4B6A198F70A0}" destId="{F8DA77A7-63F7-49F9-94EB-EC481678C266}" srcOrd="1" destOrd="0" presId="urn:microsoft.com/office/officeart/2005/8/layout/process1"/>
    <dgm:cxn modelId="{05C593CB-FDB9-4755-8D33-4E5F6339D6B3}" type="presParOf" srcId="{F8DA77A7-63F7-49F9-94EB-EC481678C266}" destId="{CA222FFC-4398-45E1-81C6-43D00CFBFE07}" srcOrd="0" destOrd="0" presId="urn:microsoft.com/office/officeart/2005/8/layout/process1"/>
    <dgm:cxn modelId="{C5B122C0-0A79-46E0-9500-3C8CF6234C3C}" type="presParOf" srcId="{1171BCFC-5955-44B8-9D46-4B6A198F70A0}" destId="{9FC1EFFE-783D-4FCB-B72A-E3A91F4C3DA9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17058-88BF-41F1-96F9-AF5DB9E68FFC}">
      <dsp:nvSpPr>
        <dsp:cNvPr id="0" name=""/>
        <dsp:cNvSpPr/>
      </dsp:nvSpPr>
      <dsp:spPr>
        <a:xfrm rot="5400000">
          <a:off x="2388882" y="290038"/>
          <a:ext cx="1568949" cy="1364986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900" kern="1200" dirty="0" smtClean="0">
              <a:latin typeface="Arial"/>
              <a:cs typeface="Arial"/>
            </a:rPr>
            <a:t>do</a:t>
          </a:r>
          <a:endParaRPr lang="en-AU" sz="2900" kern="1200" dirty="0">
            <a:latin typeface="Arial"/>
            <a:cs typeface="Arial"/>
          </a:endParaRPr>
        </a:p>
      </dsp:txBody>
      <dsp:txXfrm rot="-5400000">
        <a:off x="2703573" y="432552"/>
        <a:ext cx="939566" cy="1079959"/>
      </dsp:txXfrm>
    </dsp:sp>
    <dsp:sp modelId="{D7F0145E-66D4-471E-A2BA-DB8457B6C279}">
      <dsp:nvSpPr>
        <dsp:cNvPr id="0" name=""/>
        <dsp:cNvSpPr/>
      </dsp:nvSpPr>
      <dsp:spPr>
        <a:xfrm>
          <a:off x="3897270" y="501846"/>
          <a:ext cx="1750947" cy="941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F0A5E-E72C-424D-9F68-47C2D5FA600F}">
      <dsp:nvSpPr>
        <dsp:cNvPr id="0" name=""/>
        <dsp:cNvSpPr/>
      </dsp:nvSpPr>
      <dsp:spPr>
        <a:xfrm rot="5400000">
          <a:off x="914697" y="290038"/>
          <a:ext cx="1568949" cy="1364986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 smtClean="0">
              <a:latin typeface="Arial"/>
              <a:cs typeface="Arial"/>
            </a:rPr>
            <a:t>Where</a:t>
          </a:r>
          <a:endParaRPr lang="en-AU" sz="2500" kern="1200" dirty="0">
            <a:latin typeface="Arial"/>
            <a:cs typeface="Arial"/>
          </a:endParaRPr>
        </a:p>
      </dsp:txBody>
      <dsp:txXfrm rot="-5400000">
        <a:off x="1229388" y="432552"/>
        <a:ext cx="939566" cy="1079959"/>
      </dsp:txXfrm>
    </dsp:sp>
    <dsp:sp modelId="{49824402-B09F-4AAC-9906-4CC5095C3BBA}">
      <dsp:nvSpPr>
        <dsp:cNvPr id="0" name=""/>
        <dsp:cNvSpPr/>
      </dsp:nvSpPr>
      <dsp:spPr>
        <a:xfrm rot="5400000">
          <a:off x="1648965" y="1621762"/>
          <a:ext cx="1568949" cy="1364986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1785909"/>
            <a:satOff val="10760"/>
            <a:lumOff val="8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900" kern="1200" dirty="0" smtClean="0">
              <a:latin typeface="Arial"/>
              <a:cs typeface="Arial"/>
            </a:rPr>
            <a:t>they </a:t>
          </a:r>
          <a:endParaRPr lang="en-AU" sz="2900" kern="1200" dirty="0">
            <a:latin typeface="Arial"/>
            <a:cs typeface="Arial"/>
          </a:endParaRPr>
        </a:p>
      </dsp:txBody>
      <dsp:txXfrm rot="-5400000">
        <a:off x="1963656" y="1764276"/>
        <a:ext cx="939566" cy="1079959"/>
      </dsp:txXfrm>
    </dsp:sp>
    <dsp:sp modelId="{4C31E2E7-2AE4-4455-8EE7-D4F119C39CFB}">
      <dsp:nvSpPr>
        <dsp:cNvPr id="0" name=""/>
        <dsp:cNvSpPr/>
      </dsp:nvSpPr>
      <dsp:spPr>
        <a:xfrm>
          <a:off x="0" y="1833571"/>
          <a:ext cx="1694465" cy="941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553600-B37D-4757-8987-B0DDA74ACA17}">
      <dsp:nvSpPr>
        <dsp:cNvPr id="0" name=""/>
        <dsp:cNvSpPr/>
      </dsp:nvSpPr>
      <dsp:spPr>
        <a:xfrm rot="5400000">
          <a:off x="3103795" y="1591403"/>
          <a:ext cx="1568949" cy="1364986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2678863"/>
            <a:satOff val="16139"/>
            <a:lumOff val="1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000" kern="1200" dirty="0" smtClean="0">
              <a:latin typeface="Arial"/>
              <a:cs typeface="Arial"/>
            </a:rPr>
            <a:t>come</a:t>
          </a:r>
          <a:endParaRPr lang="en-AU" sz="3000" kern="1200" dirty="0">
            <a:latin typeface="Arial"/>
            <a:cs typeface="Arial"/>
          </a:endParaRPr>
        </a:p>
      </dsp:txBody>
      <dsp:txXfrm rot="-5400000">
        <a:off x="3418486" y="1733917"/>
        <a:ext cx="939566" cy="1079959"/>
      </dsp:txXfrm>
    </dsp:sp>
    <dsp:sp modelId="{15810113-B769-49A2-9E21-91F0E4A6E0BE}">
      <dsp:nvSpPr>
        <dsp:cNvPr id="0" name=""/>
        <dsp:cNvSpPr/>
      </dsp:nvSpPr>
      <dsp:spPr>
        <a:xfrm rot="5400000">
          <a:off x="2388882" y="2953487"/>
          <a:ext cx="1568949" cy="1364986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3571817"/>
            <a:satOff val="21519"/>
            <a:lumOff val="1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900" kern="1200" dirty="0" smtClean="0">
              <a:latin typeface="Arial"/>
              <a:cs typeface="Arial"/>
            </a:rPr>
            <a:t>?</a:t>
          </a:r>
          <a:endParaRPr lang="en-AU" sz="2900" kern="1200" dirty="0">
            <a:latin typeface="Arial"/>
            <a:cs typeface="Arial"/>
          </a:endParaRPr>
        </a:p>
      </dsp:txBody>
      <dsp:txXfrm rot="-5400000">
        <a:off x="2703573" y="3096001"/>
        <a:ext cx="939566" cy="1079959"/>
      </dsp:txXfrm>
    </dsp:sp>
    <dsp:sp modelId="{E807E378-838E-4306-9484-4A0030773C19}">
      <dsp:nvSpPr>
        <dsp:cNvPr id="0" name=""/>
        <dsp:cNvSpPr/>
      </dsp:nvSpPr>
      <dsp:spPr>
        <a:xfrm>
          <a:off x="3897270" y="3165295"/>
          <a:ext cx="1750947" cy="941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39BD46-BD3E-48EA-88D9-EDAB4EFB5DF9}">
      <dsp:nvSpPr>
        <dsp:cNvPr id="0" name=""/>
        <dsp:cNvSpPr/>
      </dsp:nvSpPr>
      <dsp:spPr>
        <a:xfrm rot="5400000">
          <a:off x="914697" y="2953487"/>
          <a:ext cx="1568949" cy="1364986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-4464771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600" kern="1200" dirty="0" smtClean="0">
              <a:latin typeface="Arial"/>
              <a:cs typeface="Arial"/>
            </a:rPr>
            <a:t>from</a:t>
          </a:r>
          <a:endParaRPr lang="en-AU" sz="3600" kern="1200" dirty="0">
            <a:latin typeface="Arial"/>
            <a:cs typeface="Arial"/>
          </a:endParaRPr>
        </a:p>
      </dsp:txBody>
      <dsp:txXfrm rot="-5400000">
        <a:off x="1229388" y="3096001"/>
        <a:ext cx="939566" cy="10799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9E696-0807-4189-B801-ADD4A0B89C15}">
      <dsp:nvSpPr>
        <dsp:cNvPr id="0" name=""/>
        <dsp:cNvSpPr/>
      </dsp:nvSpPr>
      <dsp:spPr>
        <a:xfrm>
          <a:off x="7024" y="70"/>
          <a:ext cx="2099693" cy="27361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 dirty="0" smtClean="0">
              <a:latin typeface="Arial" pitchFamily="34" charset="0"/>
              <a:cs typeface="Arial" pitchFamily="34" charset="0"/>
            </a:rPr>
            <a:t>Individuals and/or groups in the community raise a </a:t>
          </a:r>
          <a:r>
            <a:rPr lang="en-AU" sz="1800" b="1" kern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concern</a:t>
          </a:r>
          <a:r>
            <a:rPr lang="en-AU" sz="1800" kern="1200" dirty="0" smtClean="0">
              <a:latin typeface="Arial" pitchFamily="34" charset="0"/>
              <a:cs typeface="Arial" pitchFamily="34" charset="0"/>
            </a:rPr>
            <a:t> about an issue.</a:t>
          </a:r>
        </a:p>
      </dsp:txBody>
      <dsp:txXfrm>
        <a:off x="68522" y="61568"/>
        <a:ext cx="1976697" cy="2613167"/>
      </dsp:txXfrm>
    </dsp:sp>
    <dsp:sp modelId="{F8DA77A7-63F7-49F9-94EB-EC481678C266}">
      <dsp:nvSpPr>
        <dsp:cNvPr id="0" name=""/>
        <dsp:cNvSpPr/>
      </dsp:nvSpPr>
      <dsp:spPr>
        <a:xfrm>
          <a:off x="2316688" y="1107789"/>
          <a:ext cx="445135" cy="5207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400" kern="1200" dirty="0"/>
        </a:p>
      </dsp:txBody>
      <dsp:txXfrm>
        <a:off x="2316688" y="1211934"/>
        <a:ext cx="311595" cy="312434"/>
      </dsp:txXfrm>
    </dsp:sp>
    <dsp:sp modelId="{2CF6C1A8-101C-4CDA-89C9-54EAB791B67A}">
      <dsp:nvSpPr>
        <dsp:cNvPr id="0" name=""/>
        <dsp:cNvSpPr/>
      </dsp:nvSpPr>
      <dsp:spPr>
        <a:xfrm>
          <a:off x="2946596" y="70"/>
          <a:ext cx="2099693" cy="2736163"/>
        </a:xfrm>
        <a:prstGeom prst="roundRect">
          <a:avLst>
            <a:gd name="adj" fmla="val 10000"/>
          </a:avLst>
        </a:prstGeom>
        <a:solidFill>
          <a:schemeClr val="accent4">
            <a:hueOff val="-2232386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 dirty="0" smtClean="0">
              <a:latin typeface="Arial" pitchFamily="34" charset="0"/>
              <a:cs typeface="Arial" pitchFamily="34" charset="0"/>
            </a:rPr>
            <a:t>A member of parliament might introduce a bill into parliament for discussion and debate. If the bill is agreed to, it </a:t>
          </a:r>
          <a:r>
            <a:rPr lang="en-AU" sz="1800" b="1" kern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is passed </a:t>
          </a:r>
          <a:r>
            <a:rPr lang="en-AU" sz="1800" kern="1200" dirty="0" smtClean="0">
              <a:latin typeface="Arial" pitchFamily="34" charset="0"/>
              <a:cs typeface="Arial" pitchFamily="34" charset="0"/>
            </a:rPr>
            <a:t>and becomes Australian law.</a:t>
          </a:r>
          <a:endParaRPr lang="en-AU" sz="1800" kern="1200" dirty="0">
            <a:latin typeface="Arial" pitchFamily="34" charset="0"/>
            <a:cs typeface="Arial" pitchFamily="34" charset="0"/>
          </a:endParaRPr>
        </a:p>
      </dsp:txBody>
      <dsp:txXfrm>
        <a:off x="3008094" y="61568"/>
        <a:ext cx="1976697" cy="2613167"/>
      </dsp:txXfrm>
    </dsp:sp>
    <dsp:sp modelId="{D4B4A8A4-86BF-463F-BC5E-71F59C4F1B65}">
      <dsp:nvSpPr>
        <dsp:cNvPr id="0" name=""/>
        <dsp:cNvSpPr/>
      </dsp:nvSpPr>
      <dsp:spPr>
        <a:xfrm rot="21599918">
          <a:off x="5258016" y="1107754"/>
          <a:ext cx="448858" cy="5207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464771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400" kern="1200" dirty="0"/>
        </a:p>
      </dsp:txBody>
      <dsp:txXfrm>
        <a:off x="5258016" y="1211901"/>
        <a:ext cx="314201" cy="312434"/>
      </dsp:txXfrm>
    </dsp:sp>
    <dsp:sp modelId="{9FC1EFFE-783D-4FCB-B72A-E3A91F4C3DA9}">
      <dsp:nvSpPr>
        <dsp:cNvPr id="0" name=""/>
        <dsp:cNvSpPr/>
      </dsp:nvSpPr>
      <dsp:spPr>
        <a:xfrm>
          <a:off x="5893193" y="0"/>
          <a:ext cx="2099693" cy="2736163"/>
        </a:xfrm>
        <a:prstGeom prst="roundRect">
          <a:avLst>
            <a:gd name="adj" fmla="val 10000"/>
          </a:avLst>
        </a:prstGeom>
        <a:solidFill>
          <a:schemeClr val="accent4">
            <a:hueOff val="-4464771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 dirty="0" smtClean="0">
              <a:latin typeface="Arial" pitchFamily="34" charset="0"/>
              <a:cs typeface="Arial" pitchFamily="34" charset="0"/>
            </a:rPr>
            <a:t>All Australians have the responsibility to follow the </a:t>
          </a:r>
          <a:r>
            <a:rPr lang="en-AU" sz="1800" b="1" kern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law</a:t>
          </a:r>
          <a:r>
            <a:rPr lang="en-AU" sz="1800" kern="1200" dirty="0" smtClean="0">
              <a:latin typeface="Arial" pitchFamily="34" charset="0"/>
              <a:cs typeface="Arial" pitchFamily="34" charset="0"/>
            </a:rPr>
            <a:t>.</a:t>
          </a:r>
          <a:endParaRPr lang="en-AU" sz="1800" kern="1200" dirty="0">
            <a:latin typeface="Arial" pitchFamily="34" charset="0"/>
            <a:cs typeface="Arial" pitchFamily="34" charset="0"/>
          </a:endParaRPr>
        </a:p>
      </dsp:txBody>
      <dsp:txXfrm>
        <a:off x="5954691" y="61498"/>
        <a:ext cx="1976697" cy="26131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9E696-0807-4189-B801-ADD4A0B89C15}">
      <dsp:nvSpPr>
        <dsp:cNvPr id="0" name=""/>
        <dsp:cNvSpPr/>
      </dsp:nvSpPr>
      <dsp:spPr>
        <a:xfrm>
          <a:off x="1561" y="340569"/>
          <a:ext cx="3329068" cy="25592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>
              <a:latin typeface="Arial" pitchFamily="34" charset="0"/>
              <a:cs typeface="Arial" pitchFamily="34" charset="0"/>
            </a:rPr>
            <a:t>Although fewer people rode bicycles for transport and recreation in the 1990s, people were involved in accidents, resulting in head injuries. This raised community </a:t>
          </a:r>
          <a:r>
            <a:rPr lang="en-AU" sz="2000" b="1" kern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concern</a:t>
          </a:r>
          <a:r>
            <a:rPr lang="en-AU" sz="2000" kern="1200" dirty="0" smtClean="0"/>
            <a:t>.</a:t>
          </a:r>
        </a:p>
      </dsp:txBody>
      <dsp:txXfrm>
        <a:off x="76518" y="415526"/>
        <a:ext cx="3179154" cy="2409307"/>
      </dsp:txXfrm>
    </dsp:sp>
    <dsp:sp modelId="{F8DA77A7-63F7-49F9-94EB-EC481678C266}">
      <dsp:nvSpPr>
        <dsp:cNvPr id="0" name=""/>
        <dsp:cNvSpPr/>
      </dsp:nvSpPr>
      <dsp:spPr>
        <a:xfrm>
          <a:off x="3663536" y="1207375"/>
          <a:ext cx="705762" cy="825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3500" kern="1200" dirty="0"/>
        </a:p>
      </dsp:txBody>
      <dsp:txXfrm>
        <a:off x="3663536" y="1372497"/>
        <a:ext cx="494033" cy="495365"/>
      </dsp:txXfrm>
    </dsp:sp>
    <dsp:sp modelId="{9FC1EFFE-783D-4FCB-B72A-E3A91F4C3DA9}">
      <dsp:nvSpPr>
        <dsp:cNvPr id="0" name=""/>
        <dsp:cNvSpPr/>
      </dsp:nvSpPr>
      <dsp:spPr>
        <a:xfrm>
          <a:off x="4662257" y="340569"/>
          <a:ext cx="3329068" cy="2559221"/>
        </a:xfrm>
        <a:prstGeom prst="roundRect">
          <a:avLst>
            <a:gd name="adj" fmla="val 10000"/>
          </a:avLst>
        </a:prstGeom>
        <a:solidFill>
          <a:schemeClr val="accent4">
            <a:hueOff val="-4464771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In 1991, Australia introduced compulsory cycle helmet </a:t>
          </a:r>
          <a:r>
            <a:rPr lang="en-AU" sz="2000" b="1" kern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laws</a:t>
          </a:r>
          <a:r>
            <a:rPr lang="en-AU" sz="2000" kern="12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.</a:t>
          </a:r>
          <a:endParaRPr lang="en-AU" sz="2000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sp:txBody>
      <dsp:txXfrm>
        <a:off x="4737214" y="415526"/>
        <a:ext cx="3179154" cy="24093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3441A-51BE-4165-8E1A-B0DFBBA158D1}" type="datetimeFigureOut">
              <a:rPr lang="en-AU" smtClean="0"/>
              <a:t>4/11/2014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D570-7A19-4784-B4E4-B49773B3642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003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008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4257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721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50807" y="6590629"/>
            <a:ext cx="1308100" cy="2286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t>CIC_Y05-06Band_U2_SS_FromIdeasToLaws</a:t>
            </a:r>
          </a:p>
        </p:txBody>
      </p:sp>
      <p:pic>
        <p:nvPicPr>
          <p:cNvPr id="11" name="Picture 10" descr="DETE new.png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0090" y="6628332"/>
            <a:ext cx="1482898" cy="183331"/>
          </a:xfrm>
          <a:prstGeom prst="rect">
            <a:avLst/>
          </a:prstGeom>
        </p:spPr>
      </p:pic>
      <p:pic>
        <p:nvPicPr>
          <p:cNvPr id="12" name="Picture 11" descr="C2CIcon.png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4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 idx="4294967295"/>
          </p:nvPr>
        </p:nvSpPr>
        <p:spPr>
          <a:xfrm>
            <a:off x="457200" y="476672"/>
            <a:ext cx="8229600" cy="1143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>
            <a:noAutofit/>
          </a:bodyPr>
          <a:lstStyle/>
          <a:p>
            <a:r>
              <a:rPr lang="en-AU" sz="7200" dirty="0" smtClean="0">
                <a:latin typeface="Arial" pitchFamily="34" charset="0"/>
                <a:cs typeface="Arial" pitchFamily="34" charset="0"/>
              </a:rPr>
              <a:t>From ideas to laws</a:t>
            </a:r>
            <a:endParaRPr lang="en-AU" sz="72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25209071"/>
              </p:ext>
            </p:extLst>
          </p:nvPr>
        </p:nvGraphicFramePr>
        <p:xfrm>
          <a:off x="1747891" y="1772816"/>
          <a:ext cx="5648218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9068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179512" y="332656"/>
            <a:ext cx="8784976" cy="86409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/>
          </a:bodyPr>
          <a:lstStyle/>
          <a:p>
            <a:r>
              <a:rPr lang="en-AU" sz="4000" b="1" dirty="0" smtClean="0">
                <a:latin typeface="Arial" pitchFamily="34" charset="0"/>
                <a:cs typeface="Arial" pitchFamily="34" charset="0"/>
              </a:rPr>
              <a:t>Ideas for creating or changing laws</a:t>
            </a:r>
            <a:endParaRPr lang="en-AU" sz="4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8" y="2135781"/>
            <a:ext cx="2586651" cy="3838046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3995936" y="2204864"/>
            <a:ext cx="4032448" cy="2448272"/>
          </a:xfrm>
          <a:prstGeom prst="wedgeRoundRectCallout">
            <a:avLst>
              <a:gd name="adj1" fmla="val -69948"/>
              <a:gd name="adj2" fmla="val -14703"/>
              <a:gd name="adj3" fmla="val 16667"/>
            </a:avLst>
          </a:prstGeom>
          <a:solidFill>
            <a:srgbClr val="CCC1DA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AU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 media broadcasts debates about bills passing through parliament. But where do the ideas for these bills come from?</a:t>
            </a:r>
            <a:endParaRPr lang="en-AU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1540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87524" y="260648"/>
            <a:ext cx="8568952" cy="7920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r>
              <a:rPr lang="en-AU" sz="3600" b="1" dirty="0" smtClean="0">
                <a:latin typeface="Arial" pitchFamily="34" charset="0"/>
                <a:cs typeface="Arial" pitchFamily="34" charset="0"/>
              </a:rPr>
              <a:t>Community issues and concerns</a:t>
            </a:r>
            <a:endParaRPr lang="en-AU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7564" y="1268760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latin typeface="Arial" pitchFamily="34" charset="0"/>
                <a:cs typeface="Arial" pitchFamily="34" charset="0"/>
              </a:rPr>
              <a:t>Elected members of parliament use different ways to communicate with their community and respond to community issues and concerns as they arise.</a:t>
            </a:r>
            <a:endParaRPr lang="en-AU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7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470086" y="2780929"/>
            <a:ext cx="4203829" cy="321516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6330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0547" y="260648"/>
            <a:ext cx="8522906" cy="7920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/>
          </a:bodyPr>
          <a:lstStyle/>
          <a:p>
            <a:r>
              <a:rPr lang="en-AU" sz="3600" b="1" dirty="0" smtClean="0">
                <a:latin typeface="Arial" pitchFamily="34" charset="0"/>
                <a:cs typeface="Arial" pitchFamily="34" charset="0"/>
              </a:rPr>
              <a:t>Ideas for new laws</a:t>
            </a:r>
            <a:endParaRPr lang="en-AU" sz="3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0138" y="1882713"/>
            <a:ext cx="3240360" cy="41940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59" y="1861009"/>
            <a:ext cx="2803788" cy="36558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2204" y="2316607"/>
            <a:ext cx="2552033" cy="39016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0192" y="2152255"/>
            <a:ext cx="2804424" cy="37347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7566" y="1196752"/>
            <a:ext cx="8522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Arial" pitchFamily="34" charset="0"/>
                <a:cs typeface="Arial" pitchFamily="34" charset="0"/>
              </a:rPr>
              <a:t>The origin of ideas for a new law can be varied, for example:</a:t>
            </a:r>
            <a:endParaRPr lang="en-A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 rot="300680">
            <a:off x="1341979" y="2615550"/>
            <a:ext cx="1187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lection promises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21239601">
            <a:off x="2412959" y="3787949"/>
            <a:ext cx="2091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latin typeface="Arial" pitchFamily="34" charset="0"/>
                <a:cs typeface="Arial" pitchFamily="34" charset="0"/>
              </a:rPr>
              <a:t>responses to community concerns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rot="21017265">
            <a:off x="6591318" y="2479201"/>
            <a:ext cx="2173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hanges to administrative laws as a result of changes in technology.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 rot="20642521">
            <a:off x="4404918" y="2544737"/>
            <a:ext cx="2030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latin typeface="Arial" pitchFamily="34" charset="0"/>
                <a:cs typeface="Arial" pitchFamily="34" charset="0"/>
              </a:rPr>
              <a:t>a particular position on an issue by a new government 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3797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188640"/>
            <a:ext cx="8229600" cy="8501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/>
          </a:bodyPr>
          <a:lstStyle/>
          <a:p>
            <a:r>
              <a:rPr lang="en-AU" sz="3600" b="1" dirty="0" smtClean="0">
                <a:latin typeface="Arial" pitchFamily="34" charset="0"/>
                <a:cs typeface="Arial" pitchFamily="34" charset="0"/>
              </a:rPr>
              <a:t>Ideas for new laws</a:t>
            </a:r>
            <a:endParaRPr lang="en-AU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8757" y="1213301"/>
            <a:ext cx="8146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latin typeface="Arial" pitchFamily="34" charset="0"/>
                <a:cs typeface="Arial" pitchFamily="34" charset="0"/>
              </a:rPr>
              <a:t>The role of a law is to protect the rights of citizens and uphold Australian values and behaviours. 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633076122"/>
              </p:ext>
            </p:extLst>
          </p:nvPr>
        </p:nvGraphicFramePr>
        <p:xfrm>
          <a:off x="575557" y="2467661"/>
          <a:ext cx="7992887" cy="2736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4785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60648"/>
            <a:ext cx="8229600" cy="93610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 fontScale="90000"/>
          </a:bodyPr>
          <a:lstStyle/>
          <a:p>
            <a:r>
              <a:rPr lang="en-AU" sz="4000" b="1" dirty="0" smtClean="0">
                <a:latin typeface="Arial" pitchFamily="34" charset="0"/>
                <a:cs typeface="Arial" pitchFamily="34" charset="0"/>
              </a:rPr>
              <a:t>An example of a community concern </a:t>
            </a:r>
            <a:endParaRPr lang="en-AU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7" y="1409000"/>
            <a:ext cx="5688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Arial" pitchFamily="34" charset="0"/>
                <a:cs typeface="Arial" pitchFamily="34" charset="0"/>
              </a:rPr>
              <a:t>Community groups expressed a concern to the Queensland Government about road rules.</a:t>
            </a:r>
            <a:endParaRPr lang="en-AU" sz="2000" dirty="0"/>
          </a:p>
        </p:txBody>
      </p:sp>
      <p:grpSp>
        <p:nvGrpSpPr>
          <p:cNvPr id="8" name="Group 7"/>
          <p:cNvGrpSpPr/>
          <p:nvPr/>
        </p:nvGrpSpPr>
        <p:grpSpPr>
          <a:xfrm>
            <a:off x="4499992" y="2492896"/>
            <a:ext cx="4104456" cy="2376264"/>
            <a:chOff x="4499992" y="2492896"/>
            <a:chExt cx="4104456" cy="2376264"/>
          </a:xfrm>
        </p:grpSpPr>
        <p:pic>
          <p:nvPicPr>
            <p:cNvPr id="5" name="Picture 4" descr="Description: Description: G:\8047_C2C\Civics Citizenship\Years 7 and 8\Year 7 Unit 1\Writ1ng\Writing\Art\Avatars for Yrs 07-10\Civ_Y 07-10_avatar sam 3 - Copy.png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2281" y="3429000"/>
              <a:ext cx="1512167" cy="1440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ounded Rectangular Callout 5"/>
            <p:cNvSpPr/>
            <p:nvPr/>
          </p:nvSpPr>
          <p:spPr>
            <a:xfrm>
              <a:off x="4499992" y="2492896"/>
              <a:ext cx="2376264" cy="1633284"/>
            </a:xfrm>
            <a:prstGeom prst="wedgeRoundRectCallout">
              <a:avLst>
                <a:gd name="adj1" fmla="val 68642"/>
                <a:gd name="adj2" fmla="val 54617"/>
                <a:gd name="adj3" fmla="val 16667"/>
              </a:avLst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16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Some of the current road rules are </a:t>
              </a:r>
              <a:r>
                <a:rPr lang="en-AU" sz="1600" b="1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confusing, </a:t>
              </a:r>
              <a:r>
                <a:rPr lang="en-AU" sz="1600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one </a:t>
              </a:r>
              <a:r>
                <a:rPr lang="en-AU" sz="16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for the motorist and another for the </a:t>
              </a:r>
              <a:r>
                <a:rPr lang="en-AU" sz="1600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cyclist.</a:t>
              </a:r>
              <a:endPara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139665" y="1540822"/>
            <a:ext cx="2711302" cy="1750268"/>
            <a:chOff x="6139665" y="1540822"/>
            <a:chExt cx="2711302" cy="175026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28783" y="2215149"/>
              <a:ext cx="1404146" cy="1075941"/>
            </a:xfrm>
            <a:prstGeom prst="rect">
              <a:avLst/>
            </a:prstGeom>
          </p:spPr>
        </p:pic>
        <p:sp>
          <p:nvSpPr>
            <p:cNvPr id="11" name="Rounded Rectangular Callout 10"/>
            <p:cNvSpPr/>
            <p:nvPr/>
          </p:nvSpPr>
          <p:spPr>
            <a:xfrm>
              <a:off x="6139665" y="1540822"/>
              <a:ext cx="2711302" cy="576064"/>
            </a:xfrm>
            <a:prstGeom prst="wedgeRoundRectCallout">
              <a:avLst>
                <a:gd name="adj1" fmla="val -532"/>
                <a:gd name="adj2" fmla="val 141902"/>
                <a:gd name="adj3" fmla="val 16667"/>
              </a:avLst>
            </a:prstGeom>
            <a:solidFill>
              <a:srgbClr val="CCC1DA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1400" b="1" dirty="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What might be a reason for each person’s point of view?</a:t>
              </a:r>
              <a:endParaRPr lang="en-AU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0" y="2492896"/>
            <a:ext cx="4283968" cy="3147577"/>
            <a:chOff x="0" y="2492896"/>
            <a:chExt cx="4283968" cy="3147577"/>
          </a:xfrm>
        </p:grpSpPr>
        <p:pic>
          <p:nvPicPr>
            <p:cNvPr id="7" name="Picture 6" descr="Description: Description: G:\8047_C2C\Civics Citizenship\Years 7 and 8\Year 7 Unit 1\Writ1ng\Writing\Art\Avatars for Yrs 07-10\Civ_Y 07-10_avatar krishna 3.png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573016"/>
              <a:ext cx="1944216" cy="20674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ounded Rectangular Callout 11"/>
            <p:cNvSpPr/>
            <p:nvPr/>
          </p:nvSpPr>
          <p:spPr>
            <a:xfrm>
              <a:off x="1619672" y="2492896"/>
              <a:ext cx="2664296" cy="1656184"/>
            </a:xfrm>
            <a:prstGeom prst="wedgeRoundRectCallout">
              <a:avLst>
                <a:gd name="adj1" fmla="val -47936"/>
                <a:gd name="adj2" fmla="val 74455"/>
                <a:gd name="adj3" fmla="val 16667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16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Bicycle </a:t>
              </a:r>
              <a:r>
                <a:rPr lang="en-AU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safety</a:t>
              </a:r>
              <a:r>
                <a:rPr lang="en-AU" sz="16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is a concern for me. Too many cyclists have suffered injuries on our roads.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123728" y="4437112"/>
            <a:ext cx="5038903" cy="1526664"/>
            <a:chOff x="2123728" y="4437112"/>
            <a:chExt cx="5038903" cy="1526664"/>
          </a:xfrm>
        </p:grpSpPr>
        <p:pic>
          <p:nvPicPr>
            <p:cNvPr id="9" name="Picture 8" descr="Description: G:\8047_C2C\Civics Citizenship\Years 7 and 8\Year 7 Unit 1\Writ1ng\Writing\Art\Avatars for Yrs 07-10\Civ_Y 07-10_avatar con 3.png"/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6136" y="4509120"/>
              <a:ext cx="1366495" cy="14546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Rounded Rectangular Callout 12"/>
            <p:cNvSpPr/>
            <p:nvPr/>
          </p:nvSpPr>
          <p:spPr>
            <a:xfrm>
              <a:off x="2123728" y="4437112"/>
              <a:ext cx="2952328" cy="1512168"/>
            </a:xfrm>
            <a:prstGeom prst="wedgeRoundRectCallout">
              <a:avLst>
                <a:gd name="adj1" fmla="val 83666"/>
                <a:gd name="adj2" fmla="val 18647"/>
                <a:gd name="adj3" fmla="val 16667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AU" sz="16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People are encouraged to cycle more but some of the rules make it </a:t>
              </a:r>
              <a:r>
                <a:rPr lang="en-AU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inconvenient</a:t>
              </a:r>
              <a:r>
                <a:rPr lang="en-AU" sz="16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. I always travel by car or bus.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71722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60648"/>
            <a:ext cx="8229600" cy="8501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/>
          </a:bodyPr>
          <a:lstStyle/>
          <a:p>
            <a:r>
              <a:rPr lang="en-AU" sz="3600" b="1" dirty="0" smtClean="0">
                <a:latin typeface="Arial" pitchFamily="34" charset="0"/>
                <a:cs typeface="Arial" pitchFamily="34" charset="0"/>
              </a:rPr>
              <a:t>The influence of the community</a:t>
            </a:r>
            <a:endParaRPr lang="en-AU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1540" y="1196752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latin typeface="Arial" pitchFamily="34" charset="0"/>
                <a:cs typeface="Arial" pitchFamily="34" charset="0"/>
              </a:rPr>
              <a:t>Community groups can influence the government 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AU" sz="2400" dirty="0" smtClean="0">
                <a:latin typeface="Arial" pitchFamily="34" charset="0"/>
                <a:cs typeface="Arial" pitchFamily="34" charset="0"/>
              </a:rPr>
            </a:br>
            <a:r>
              <a:rPr lang="en-AU" sz="2400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change laws in a number of different ways.</a:t>
            </a:r>
            <a:endParaRPr lang="en-A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7544" y="2276872"/>
            <a:ext cx="3096344" cy="40318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Arial" pitchFamily="34" charset="0"/>
                <a:cs typeface="Arial" pitchFamily="34" charset="0"/>
              </a:rPr>
              <a:t>A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 number of community groups and non-profit organisations, such as Bicycle Queensland, lobbied the government for better cycling conditions and laws to protect cyclists.</a:t>
            </a:r>
          </a:p>
          <a:p>
            <a:r>
              <a:rPr lang="en-AU" sz="800" i="1" dirty="0" smtClean="0">
                <a:latin typeface="Arial" pitchFamily="34" charset="0"/>
                <a:cs typeface="Arial" pitchFamily="34" charset="0"/>
              </a:rPr>
              <a:t>Reference: Bicycle Queensland, http://www.bq.org.au/about/what-is-bicycle-queensland/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851920" y="2204864"/>
            <a:ext cx="4823857" cy="4149080"/>
            <a:chOff x="3635896" y="2204864"/>
            <a:chExt cx="4823857" cy="4149080"/>
          </a:xfrm>
        </p:grpSpPr>
        <p:pic>
          <p:nvPicPr>
            <p:cNvPr id="3" name="Picture 2" descr="CIC_Y05-06Band_U1_SS_PeoWorkTogetherP2_Cicci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35896" y="2276872"/>
              <a:ext cx="1767192" cy="2304256"/>
            </a:xfrm>
            <a:prstGeom prst="rect">
              <a:avLst/>
            </a:prstGeom>
          </p:spPr>
        </p:pic>
        <p:pic>
          <p:nvPicPr>
            <p:cNvPr id="4" name="Picture 3" descr="CIC_Y05-06Band_U1_SS_PeoWorkTogetherP2_Kauri.png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76056" y="4293096"/>
              <a:ext cx="1542915" cy="1997023"/>
            </a:xfrm>
            <a:prstGeom prst="rect">
              <a:avLst/>
            </a:prstGeom>
          </p:spPr>
        </p:pic>
        <p:pic>
          <p:nvPicPr>
            <p:cNvPr id="6" name="Picture 5" descr="CIC_Y05-06Band_U1_SS_PeoWorkTogetherP2_Mali.png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04248" y="2204864"/>
              <a:ext cx="1435976" cy="1912343"/>
            </a:xfrm>
            <a:prstGeom prst="rect">
              <a:avLst/>
            </a:prstGeom>
          </p:spPr>
        </p:pic>
        <p:pic>
          <p:nvPicPr>
            <p:cNvPr id="7" name="Picture 6" descr="CIC_Y05-06Band_U1_SS_PeoWorkTogetherP2_Will.png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6876256" y="3933056"/>
              <a:ext cx="1583497" cy="2420888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 rot="21017265">
              <a:off x="6871067" y="2432681"/>
              <a:ext cx="12721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 smtClean="0">
                  <a:latin typeface="Arial" pitchFamily="34" charset="0"/>
                  <a:cs typeface="Arial" pitchFamily="34" charset="0"/>
                </a:rPr>
                <a:t>Write a letter to the editor of a newspaper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 rot="300680">
              <a:off x="4382322" y="2462707"/>
              <a:ext cx="9857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 smtClean="0">
                  <a:latin typeface="Arial" pitchFamily="34" charset="0"/>
                  <a:cs typeface="Arial" pitchFamily="34" charset="0"/>
                </a:rPr>
                <a:t>Write </a:t>
              </a:r>
              <a:br>
                <a:rPr lang="en-AU" sz="1200" dirty="0" smtClean="0">
                  <a:latin typeface="Arial" pitchFamily="34" charset="0"/>
                  <a:cs typeface="Arial" pitchFamily="34" charset="0"/>
                </a:rPr>
              </a:br>
              <a:r>
                <a:rPr lang="en-AU" sz="1200" dirty="0" smtClean="0">
                  <a:latin typeface="Arial" pitchFamily="34" charset="0"/>
                  <a:cs typeface="Arial" pitchFamily="34" charset="0"/>
                </a:rPr>
                <a:t>or sign a petition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 rot="396144">
              <a:off x="6947512" y="4809802"/>
              <a:ext cx="14316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 smtClean="0">
                  <a:latin typeface="Arial" pitchFamily="34" charset="0"/>
                  <a:cs typeface="Arial" pitchFamily="34" charset="0"/>
                </a:rPr>
                <a:t>Contact their representative by email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 rot="20642521">
              <a:off x="5194167" y="4611259"/>
              <a:ext cx="13401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400" dirty="0" smtClean="0">
                  <a:latin typeface="Arial" pitchFamily="34" charset="0"/>
                  <a:cs typeface="Arial" pitchFamily="34" charset="0"/>
                </a:rPr>
                <a:t>Join or start a group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 rot="300680">
              <a:off x="4374256" y="5487396"/>
              <a:ext cx="985756" cy="461665"/>
            </a:xfrm>
            <a:prstGeom prst="rect">
              <a:avLst/>
            </a:prstGeom>
            <a:noFill/>
            <a:ln>
              <a:solidFill>
                <a:srgbClr val="948A5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 smtClean="0">
                  <a:latin typeface="Arial" pitchFamily="34" charset="0"/>
                  <a:cs typeface="Arial" pitchFamily="34" charset="0"/>
                </a:rPr>
                <a:t>Contact the media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 rot="300680">
              <a:off x="5912950" y="3254795"/>
              <a:ext cx="985756" cy="646331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dirty="0" smtClean="0">
                  <a:latin typeface="Arial" pitchFamily="34" charset="0"/>
                  <a:cs typeface="Arial" pitchFamily="34" charset="0"/>
                </a:rPr>
                <a:t>Be an informed voter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9" name="Picture 8" descr="Civ_Y03-06_Avatar_boy_4.png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35896" y="4797152"/>
              <a:ext cx="1172005" cy="1484784"/>
            </a:xfrm>
            <a:prstGeom prst="rect">
              <a:avLst/>
            </a:prstGeom>
          </p:spPr>
        </p:pic>
        <p:pic>
          <p:nvPicPr>
            <p:cNvPr id="10" name="Picture 9" descr="Civ_Y03-06_Avatar_girl_5.png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32040" y="2996952"/>
              <a:ext cx="1231699" cy="14127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2951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55919" y="274638"/>
            <a:ext cx="8432163" cy="9941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r>
              <a:rPr lang="en-AU" sz="3200" b="1" dirty="0">
                <a:latin typeface="Arial" pitchFamily="34" charset="0"/>
                <a:cs typeface="Arial" pitchFamily="34" charset="0"/>
              </a:rPr>
              <a:t>R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esponding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to </a:t>
            </a: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the community’s concerns </a:t>
            </a:r>
            <a:endParaRPr lang="en-AU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5" y="1545355"/>
            <a:ext cx="828814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A Queensland parliamentary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c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ommittee investigated ways to improve interactions between motorists and cyclists and safety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for 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cyclists.</a:t>
            </a: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endParaRPr lang="en-AU" sz="800" dirty="0" smtClean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The committee received information from cycling and motoring groups and members of the community.</a:t>
            </a:r>
          </a:p>
          <a:p>
            <a:pPr marL="457200" indent="-457200">
              <a:buFont typeface="Arial" pitchFamily="34" charset="0"/>
              <a:buChar char="•"/>
            </a:pPr>
            <a:endParaRPr lang="en-AU" sz="2400" dirty="0" smtClean="0">
              <a:latin typeface="Arial" pitchFamily="34" charset="0"/>
              <a:cs typeface="Arial" pitchFamily="34" charset="0"/>
            </a:endParaRPr>
          </a:p>
          <a:p>
            <a:endParaRPr lang="en-AU" sz="2400" dirty="0" smtClean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endParaRPr lang="en-AU" sz="2400" dirty="0" smtClean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endParaRPr lang="en-AU" sz="2400" dirty="0" smtClean="0">
              <a:latin typeface="Arial" pitchFamily="34" charset="0"/>
              <a:cs typeface="Arial" pitchFamily="34" charset="0"/>
            </a:endParaRPr>
          </a:p>
          <a:p>
            <a:endParaRPr lang="en-AU" sz="2400" dirty="0">
              <a:latin typeface="Arial" pitchFamily="34" charset="0"/>
              <a:cs typeface="Arial" pitchFamily="34" charset="0"/>
            </a:endParaRPr>
          </a:p>
          <a:p>
            <a:endParaRPr lang="en-AU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2160" y="4005064"/>
            <a:ext cx="2420577" cy="1854792"/>
          </a:xfrm>
          <a:prstGeom prst="rect">
            <a:avLst/>
          </a:prstGeom>
        </p:spPr>
      </p:pic>
      <p:sp>
        <p:nvSpPr>
          <p:cNvPr id="5" name="Rounded Rectangular Callout 4"/>
          <p:cNvSpPr>
            <a:spLocks noChangeArrowheads="1"/>
          </p:cNvSpPr>
          <p:nvPr/>
        </p:nvSpPr>
        <p:spPr bwMode="auto">
          <a:xfrm>
            <a:off x="1115616" y="4077072"/>
            <a:ext cx="4371751" cy="1603866"/>
          </a:xfrm>
          <a:prstGeom prst="wedgeRoundRectCallout">
            <a:avLst>
              <a:gd name="adj1" fmla="val 73013"/>
              <a:gd name="adj2" fmla="val 38380"/>
              <a:gd name="adj3" fmla="val 16667"/>
            </a:avLst>
          </a:prstGeom>
          <a:solidFill>
            <a:srgbClr val="CCC1DA"/>
          </a:solidFill>
          <a:ln w="2857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tabLst/>
            </a:pPr>
            <a:r>
              <a:rPr lang="en-AU" altLang="zh-CN" dirty="0" smtClean="0">
                <a:solidFill>
                  <a:srgbClr val="000000"/>
                </a:solidFill>
                <a:latin typeface="Arial" pitchFamily="34" charset="0"/>
                <a:ea typeface="SimSun" pitchFamily="2" charset="-122"/>
                <a:cs typeface="Arial" pitchFamily="34" charset="0"/>
              </a:rPr>
              <a:t>From the recommendations made by the parliamentary committee, the government was able to make informed decisions about the issue.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868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59532" y="274638"/>
            <a:ext cx="8424936" cy="1143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r>
              <a:rPr lang="en-AU" sz="3200" b="1" dirty="0" smtClean="0">
                <a:latin typeface="Arial" pitchFamily="34" charset="0"/>
                <a:cs typeface="Arial" pitchFamily="34" charset="0"/>
              </a:rPr>
              <a:t>Introduction of a new law: </a:t>
            </a:r>
            <a:br>
              <a:rPr lang="en-AU" sz="3200" b="1" dirty="0" smtClean="0">
                <a:latin typeface="Arial" pitchFamily="34" charset="0"/>
                <a:cs typeface="Arial" pitchFamily="34" charset="0"/>
              </a:rPr>
            </a:br>
            <a:r>
              <a:rPr lang="en-AU" sz="3200" b="1" dirty="0" smtClean="0">
                <a:latin typeface="Arial" pitchFamily="34" charset="0"/>
                <a:cs typeface="Arial" pitchFamily="34" charset="0"/>
              </a:rPr>
              <a:t>safe passing distances for motorists</a:t>
            </a:r>
            <a:endParaRPr lang="en-AU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3789040"/>
            <a:ext cx="8424936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mpd="thickThin">
            <a:noFill/>
          </a:ln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Arial" pitchFamily="34" charset="0"/>
                <a:cs typeface="Arial" pitchFamily="34" charset="0"/>
              </a:rPr>
              <a:t>By law a motorist must allow:</a:t>
            </a: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at least one metre when passing cyclists in a 60 km or under zone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at least 1.5 metres when passing cyclists in an over 60 km zone.</a:t>
            </a:r>
            <a:endParaRPr lang="en-A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ounded Rectangular Callout 3"/>
          <p:cNvSpPr>
            <a:spLocks noChangeArrowheads="1"/>
          </p:cNvSpPr>
          <p:nvPr/>
        </p:nvSpPr>
        <p:spPr bwMode="auto">
          <a:xfrm>
            <a:off x="3419872" y="1628800"/>
            <a:ext cx="4896545" cy="1728192"/>
          </a:xfrm>
          <a:prstGeom prst="wedgeRoundRectCallout">
            <a:avLst>
              <a:gd name="adj1" fmla="val -67003"/>
              <a:gd name="adj2" fmla="val 37409"/>
              <a:gd name="adj3" fmla="val 16667"/>
            </a:avLst>
          </a:prstGeom>
          <a:solidFill>
            <a:srgbClr val="CCC1DA"/>
          </a:solidFill>
          <a:ln w="1905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tabLst/>
            </a:pPr>
            <a:r>
              <a:rPr lang="en-AU" altLang="zh-CN" dirty="0" smtClean="0">
                <a:solidFill>
                  <a:srgbClr val="000000"/>
                </a:solidFill>
                <a:latin typeface="Arial" pitchFamily="34" charset="0"/>
                <a:ea typeface="SimSun" pitchFamily="2" charset="-122"/>
                <a:cs typeface="Arial" pitchFamily="34" charset="0"/>
              </a:rPr>
              <a:t>The recommendations were considered and new ideas for Queensland road laws were</a:t>
            </a:r>
            <a:r>
              <a:rPr kumimoji="0" lang="en-AU" altLang="zh-CN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 </a:t>
            </a:r>
            <a:r>
              <a:rPr lang="en-AU" altLang="zh-CN" dirty="0" smtClean="0">
                <a:solidFill>
                  <a:srgbClr val="000000"/>
                </a:solidFill>
                <a:latin typeface="Arial" pitchFamily="34" charset="0"/>
                <a:ea typeface="SimSun" pitchFamily="2" charset="-122"/>
                <a:cs typeface="Arial" pitchFamily="34" charset="0"/>
              </a:rPr>
              <a:t>written to be debated, voted on and passed in Queensland Parliament</a:t>
            </a:r>
            <a:r>
              <a:rPr kumimoji="0" lang="en-AU" altLang="zh-CN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.</a:t>
            </a:r>
            <a:endParaRPr kumimoji="0" lang="en-US" sz="105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55576" y="1844824"/>
            <a:ext cx="2117819" cy="1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529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0364" y="274638"/>
            <a:ext cx="8363272" cy="9221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r>
              <a:rPr lang="en-AU" sz="3200" b="1" dirty="0" smtClean="0">
                <a:latin typeface="Arial" pitchFamily="34" charset="0"/>
                <a:cs typeface="Arial" pitchFamily="34" charset="0"/>
              </a:rPr>
              <a:t>Federal law and state/territory laws differ</a:t>
            </a:r>
            <a:endParaRPr lang="en-AU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1412776"/>
            <a:ext cx="8146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Arial" pitchFamily="34" charset="0"/>
                <a:cs typeface="Arial" pitchFamily="34" charset="0"/>
              </a:rPr>
              <a:t>Queensland is the only state in Australia which has the one-metre rule as a traffic law; however, the wearing of a bike helmet is an Australian traffic law.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010449281"/>
              </p:ext>
            </p:extLst>
          </p:nvPr>
        </p:nvGraphicFramePr>
        <p:xfrm>
          <a:off x="467544" y="2642449"/>
          <a:ext cx="7992887" cy="3240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51696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9221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/>
          </a:bodyPr>
          <a:lstStyle/>
          <a:p>
            <a:r>
              <a:rPr lang="en-AU" sz="3600" b="1" dirty="0" smtClean="0">
                <a:latin typeface="Arial" pitchFamily="34" charset="0"/>
                <a:cs typeface="Arial" pitchFamily="34" charset="0"/>
              </a:rPr>
              <a:t>More examples of new laws</a:t>
            </a:r>
            <a:endParaRPr lang="en-AU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603606"/>
            <a:ext cx="83529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latin typeface="Arial" pitchFamily="34" charset="0"/>
                <a:cs typeface="Arial" pitchFamily="34" charset="0"/>
              </a:rPr>
              <a:t>Activity</a:t>
            </a:r>
          </a:p>
          <a:p>
            <a:endParaRPr lang="en-AU" sz="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2400" b="1" dirty="0" smtClean="0">
                <a:latin typeface="Arial" pitchFamily="34" charset="0"/>
                <a:cs typeface="Arial" pitchFamily="34" charset="0"/>
              </a:rPr>
              <a:t>Use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 sources of information such as newspapers or the internet to find examples of new laws that have been passed through federal and state/territory parliaments.</a:t>
            </a:r>
          </a:p>
          <a:p>
            <a:endParaRPr lang="en-AU" sz="800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2400" b="1" dirty="0" smtClean="0">
                <a:latin typeface="Arial" pitchFamily="34" charset="0"/>
                <a:cs typeface="Arial" pitchFamily="34" charset="0"/>
              </a:rPr>
              <a:t>Identify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 different points of view of groups in the community about the new law.</a:t>
            </a:r>
          </a:p>
          <a:p>
            <a:endParaRPr lang="en-AU" sz="800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2400" b="1" dirty="0" smtClean="0">
                <a:latin typeface="Arial" pitchFamily="34" charset="0"/>
                <a:cs typeface="Arial" pitchFamily="34" charset="0"/>
              </a:rPr>
              <a:t>Clarif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y reasons for the points of view that others have taken.</a:t>
            </a:r>
          </a:p>
          <a:p>
            <a:endParaRPr lang="en-AU" sz="800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2400" b="1" dirty="0" smtClean="0">
                <a:latin typeface="Arial" pitchFamily="34" charset="0"/>
                <a:cs typeface="Arial" pitchFamily="34" charset="0"/>
              </a:rPr>
              <a:t>Explain 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where the idea for a new law came from.</a:t>
            </a:r>
            <a:endParaRPr lang="en-AU" sz="2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2360" y="5081481"/>
            <a:ext cx="720080" cy="12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119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 powerPoint presentation</Template>
  <TotalTime>1737</TotalTime>
  <Words>655</Words>
  <Application>Microsoft Macintosh PowerPoint</Application>
  <PresentationFormat>On-screen Show (4:3)</PresentationFormat>
  <Paragraphs>77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blank powerPoint presentation</vt:lpstr>
      <vt:lpstr>From ideas to laws</vt:lpstr>
      <vt:lpstr>Ideas for creating or changing laws</vt:lpstr>
      <vt:lpstr>Community issues and concerns</vt:lpstr>
      <vt:lpstr>Ideas for new laws</vt:lpstr>
      <vt:lpstr>Ideas for new laws</vt:lpstr>
      <vt:lpstr>An example of a community concern </vt:lpstr>
      <vt:lpstr>The influence of the community</vt:lpstr>
      <vt:lpstr>Responding to the community’s concerns </vt:lpstr>
      <vt:lpstr>Introduction of a new law:  safe passing distances for motorists</vt:lpstr>
      <vt:lpstr>Federal law and state/territory laws differ</vt:lpstr>
      <vt:lpstr>More examples of new laws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SOMERVILLE, Elizabeth</dc:creator>
  <cp:lastModifiedBy>Microsoft Office User</cp:lastModifiedBy>
  <cp:revision>98</cp:revision>
  <dcterms:created xsi:type="dcterms:W3CDTF">2014-07-21T03:07:39Z</dcterms:created>
  <dcterms:modified xsi:type="dcterms:W3CDTF">2014-11-04T00:10:33Z</dcterms:modified>
</cp:coreProperties>
</file>