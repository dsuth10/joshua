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8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9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6" r:id="rId3"/>
    <p:sldId id="258" r:id="rId4"/>
    <p:sldId id="260" r:id="rId5"/>
    <p:sldId id="263" r:id="rId6"/>
    <p:sldId id="264" r:id="rId7"/>
    <p:sldId id="265" r:id="rId8"/>
    <p:sldId id="262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APPER, Katherine" initials="C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1" autoAdjust="0"/>
    <p:restoredTop sz="90857" autoAdjust="0"/>
  </p:normalViewPr>
  <p:slideViewPr>
    <p:cSldViewPr>
      <p:cViewPr varScale="1">
        <p:scale>
          <a:sx n="104" d="100"/>
          <a:sy n="104" d="100"/>
        </p:scale>
        <p:origin x="-152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8216E2-9A18-40FF-A9F4-7C5CB9FD216E}" type="doc">
      <dgm:prSet loTypeId="urn:microsoft.com/office/officeart/2005/8/layout/hList6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AU"/>
        </a:p>
      </dgm:t>
    </dgm:pt>
    <dgm:pt modelId="{57B3CEE0-490A-4623-9A88-3CBD9A336621}">
      <dgm:prSet phldrT="[Text]" custT="1"/>
      <dgm:spPr/>
      <dgm:t>
        <a:bodyPr/>
        <a:lstStyle/>
        <a:p>
          <a:r>
            <a:rPr lang="en-AU" sz="4000" dirty="0" smtClean="0">
              <a:latin typeface="Arial" pitchFamily="34" charset="0"/>
              <a:cs typeface="Arial" pitchFamily="34" charset="0"/>
            </a:rPr>
            <a:t>Stages of a Bill</a:t>
          </a:r>
          <a:endParaRPr lang="en-AU" sz="4000" dirty="0">
            <a:latin typeface="Arial" pitchFamily="34" charset="0"/>
            <a:cs typeface="Arial" pitchFamily="34" charset="0"/>
          </a:endParaRPr>
        </a:p>
      </dgm:t>
    </dgm:pt>
    <dgm:pt modelId="{BEC5197E-1E86-456A-818D-61815B2EC06B}" type="parTrans" cxnId="{F91F460E-B09D-4E85-8010-AB76D810F52C}">
      <dgm:prSet/>
      <dgm:spPr/>
      <dgm:t>
        <a:bodyPr/>
        <a:lstStyle/>
        <a:p>
          <a:endParaRPr lang="en-AU"/>
        </a:p>
      </dgm:t>
    </dgm:pt>
    <dgm:pt modelId="{609B7B7F-7024-4DEC-8B04-B22D0FFBD8D9}" type="sibTrans" cxnId="{F91F460E-B09D-4E85-8010-AB76D810F52C}">
      <dgm:prSet/>
      <dgm:spPr/>
      <dgm:t>
        <a:bodyPr/>
        <a:lstStyle/>
        <a:p>
          <a:endParaRPr lang="en-AU"/>
        </a:p>
      </dgm:t>
    </dgm:pt>
    <dgm:pt modelId="{5D0993B8-4782-44A1-978A-1D99F1DE676C}">
      <dgm:prSet phldrT="[Text]" custT="1"/>
      <dgm:spPr/>
      <dgm:t>
        <a:bodyPr/>
        <a:lstStyle/>
        <a:p>
          <a:pPr algn="ctr"/>
          <a:r>
            <a:rPr lang="en-AU" sz="3200" dirty="0" smtClean="0">
              <a:latin typeface="Arial" pitchFamily="34" charset="0"/>
              <a:cs typeface="Arial" pitchFamily="34" charset="0"/>
            </a:rPr>
            <a:t>— the making of </a:t>
          </a:r>
          <a:br>
            <a:rPr lang="en-AU" sz="3200" dirty="0" smtClean="0">
              <a:latin typeface="Arial" pitchFamily="34" charset="0"/>
              <a:cs typeface="Arial" pitchFamily="34" charset="0"/>
            </a:rPr>
          </a:br>
          <a:r>
            <a:rPr lang="en-AU" sz="3200" dirty="0" smtClean="0">
              <a:latin typeface="Arial" pitchFamily="34" charset="0"/>
              <a:cs typeface="Arial" pitchFamily="34" charset="0"/>
            </a:rPr>
            <a:t>state, territory and federal laws.</a:t>
          </a:r>
          <a:endParaRPr lang="en-AU" sz="3200" dirty="0">
            <a:latin typeface="Arial" pitchFamily="34" charset="0"/>
            <a:cs typeface="Arial" pitchFamily="34" charset="0"/>
          </a:endParaRPr>
        </a:p>
      </dgm:t>
    </dgm:pt>
    <dgm:pt modelId="{4068D936-F612-42BE-96B1-36EEF0DCB690}" type="parTrans" cxnId="{E75513F9-4B35-4AAB-A92A-8D7A077DC8CF}">
      <dgm:prSet/>
      <dgm:spPr/>
      <dgm:t>
        <a:bodyPr/>
        <a:lstStyle/>
        <a:p>
          <a:endParaRPr lang="en-AU"/>
        </a:p>
      </dgm:t>
    </dgm:pt>
    <dgm:pt modelId="{B9B20532-31E6-4799-81C8-02BB514E1E1F}" type="sibTrans" cxnId="{E75513F9-4B35-4AAB-A92A-8D7A077DC8CF}">
      <dgm:prSet/>
      <dgm:spPr/>
      <dgm:t>
        <a:bodyPr/>
        <a:lstStyle/>
        <a:p>
          <a:endParaRPr lang="en-AU"/>
        </a:p>
      </dgm:t>
    </dgm:pt>
    <dgm:pt modelId="{72DD5085-C172-4D09-AFA6-236FF3E3BAC9}" type="pres">
      <dgm:prSet presAssocID="{CF8216E2-9A18-40FF-A9F4-7C5CB9FD216E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AU"/>
        </a:p>
      </dgm:t>
    </dgm:pt>
    <dgm:pt modelId="{716E268E-B71F-4894-8C2E-D87E478F902F}" type="pres">
      <dgm:prSet presAssocID="{57B3CEE0-490A-4623-9A88-3CBD9A336621}" presName="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9686BAA0-F715-49CC-BD39-8A74E55E1265}" type="pres">
      <dgm:prSet presAssocID="{609B7B7F-7024-4DEC-8B04-B22D0FFBD8D9}" presName="sibTrans" presStyleCnt="0"/>
      <dgm:spPr/>
    </dgm:pt>
    <dgm:pt modelId="{EC25630E-5FAA-40F7-B550-DE01756FEB48}" type="pres">
      <dgm:prSet presAssocID="{5D0993B8-4782-44A1-978A-1D99F1DE676C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</dgm:ptLst>
  <dgm:cxnLst>
    <dgm:cxn modelId="{095C2381-2419-4C2D-910A-A49CA146F7FC}" type="presOf" srcId="{57B3CEE0-490A-4623-9A88-3CBD9A336621}" destId="{716E268E-B71F-4894-8C2E-D87E478F902F}" srcOrd="0" destOrd="0" presId="urn:microsoft.com/office/officeart/2005/8/layout/hList6"/>
    <dgm:cxn modelId="{E91437F4-7DFA-417D-8FD5-75D972E6919E}" type="presOf" srcId="{CF8216E2-9A18-40FF-A9F4-7C5CB9FD216E}" destId="{72DD5085-C172-4D09-AFA6-236FF3E3BAC9}" srcOrd="0" destOrd="0" presId="urn:microsoft.com/office/officeart/2005/8/layout/hList6"/>
    <dgm:cxn modelId="{F91F460E-B09D-4E85-8010-AB76D810F52C}" srcId="{CF8216E2-9A18-40FF-A9F4-7C5CB9FD216E}" destId="{57B3CEE0-490A-4623-9A88-3CBD9A336621}" srcOrd="0" destOrd="0" parTransId="{BEC5197E-1E86-456A-818D-61815B2EC06B}" sibTransId="{609B7B7F-7024-4DEC-8B04-B22D0FFBD8D9}"/>
    <dgm:cxn modelId="{E75513F9-4B35-4AAB-A92A-8D7A077DC8CF}" srcId="{CF8216E2-9A18-40FF-A9F4-7C5CB9FD216E}" destId="{5D0993B8-4782-44A1-978A-1D99F1DE676C}" srcOrd="1" destOrd="0" parTransId="{4068D936-F612-42BE-96B1-36EEF0DCB690}" sibTransId="{B9B20532-31E6-4799-81C8-02BB514E1E1F}"/>
    <dgm:cxn modelId="{0FC2CB40-141D-497C-AC4B-AE5B6666D4AB}" type="presOf" srcId="{5D0993B8-4782-44A1-978A-1D99F1DE676C}" destId="{EC25630E-5FAA-40F7-B550-DE01756FEB48}" srcOrd="0" destOrd="0" presId="urn:microsoft.com/office/officeart/2005/8/layout/hList6"/>
    <dgm:cxn modelId="{E3087F91-CDE1-48CB-B5C5-C4C20B39EC37}" type="presParOf" srcId="{72DD5085-C172-4D09-AFA6-236FF3E3BAC9}" destId="{716E268E-B71F-4894-8C2E-D87E478F902F}" srcOrd="0" destOrd="0" presId="urn:microsoft.com/office/officeart/2005/8/layout/hList6"/>
    <dgm:cxn modelId="{21A3D85F-7328-4789-AA2F-4FFF8562D4B5}" type="presParOf" srcId="{72DD5085-C172-4D09-AFA6-236FF3E3BAC9}" destId="{9686BAA0-F715-49CC-BD39-8A74E55E1265}" srcOrd="1" destOrd="0" presId="urn:microsoft.com/office/officeart/2005/8/layout/hList6"/>
    <dgm:cxn modelId="{BEBFACF9-44D6-4D89-8817-3A8CFA50945E}" type="presParOf" srcId="{72DD5085-C172-4D09-AFA6-236FF3E3BAC9}" destId="{EC25630E-5FAA-40F7-B550-DE01756FEB48}" srcOrd="2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D662782-8890-4AA0-B55B-0C7DEB1856A2}" type="doc">
      <dgm:prSet loTypeId="urn:microsoft.com/office/officeart/2005/8/layout/hList9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AU"/>
        </a:p>
      </dgm:t>
    </dgm:pt>
    <dgm:pt modelId="{91E8ED67-EA9A-4987-9CBA-9D80C0DCBF3A}">
      <dgm:prSet phldrT="[Text]"/>
      <dgm:spPr/>
      <dgm:t>
        <a:bodyPr/>
        <a:lstStyle/>
        <a:p>
          <a:pPr algn="ctr"/>
          <a:r>
            <a:rPr lang="en-AU" dirty="0" smtClean="0"/>
            <a:t>Senate</a:t>
          </a:r>
        </a:p>
        <a:p>
          <a:pPr algn="ctr"/>
          <a:r>
            <a:rPr lang="en-AU" dirty="0" smtClean="0"/>
            <a:t>(upper house)</a:t>
          </a:r>
          <a:endParaRPr lang="en-AU" dirty="0"/>
        </a:p>
      </dgm:t>
    </dgm:pt>
    <dgm:pt modelId="{8421095C-BA16-48D6-9971-FB6A921E0661}" type="parTrans" cxnId="{E13270E1-D5F1-487A-BDD5-479ABC59AACD}">
      <dgm:prSet/>
      <dgm:spPr/>
      <dgm:t>
        <a:bodyPr/>
        <a:lstStyle/>
        <a:p>
          <a:endParaRPr lang="en-AU"/>
        </a:p>
      </dgm:t>
    </dgm:pt>
    <dgm:pt modelId="{B3C6CA7A-7AEE-460B-8979-0CA0848AF8A3}" type="sibTrans" cxnId="{E13270E1-D5F1-487A-BDD5-479ABC59AACD}">
      <dgm:prSet/>
      <dgm:spPr/>
      <dgm:t>
        <a:bodyPr/>
        <a:lstStyle/>
        <a:p>
          <a:endParaRPr lang="en-AU"/>
        </a:p>
      </dgm:t>
    </dgm:pt>
    <dgm:pt modelId="{D4D30BC6-F343-4760-81C5-6B24B92406B8}">
      <dgm:prSet phldrT="[Text]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n-AU" dirty="0" smtClean="0"/>
            <a:t>State/Territory</a:t>
          </a:r>
          <a:endParaRPr lang="en-AU" dirty="0"/>
        </a:p>
      </dgm:t>
    </dgm:pt>
    <dgm:pt modelId="{E0EB9479-8348-4D6B-9C97-C3BA4381D4C4}" type="parTrans" cxnId="{7F6A2D32-C4BA-4D77-8F03-6D83F7348F85}">
      <dgm:prSet/>
      <dgm:spPr/>
      <dgm:t>
        <a:bodyPr/>
        <a:lstStyle/>
        <a:p>
          <a:endParaRPr lang="en-AU"/>
        </a:p>
      </dgm:t>
    </dgm:pt>
    <dgm:pt modelId="{A6FF5A17-2EFA-4EF1-AA3D-FE58C47703A1}" type="sibTrans" cxnId="{7F6A2D32-C4BA-4D77-8F03-6D83F7348F85}">
      <dgm:prSet/>
      <dgm:spPr/>
      <dgm:t>
        <a:bodyPr/>
        <a:lstStyle/>
        <a:p>
          <a:endParaRPr lang="en-AU"/>
        </a:p>
      </dgm:t>
    </dgm:pt>
    <dgm:pt modelId="{B91C4C56-9566-4D78-897B-C102404D5C9A}">
      <dgm:prSet phldrT="[Text]"/>
      <dgm:spPr/>
      <dgm:t>
        <a:bodyPr/>
        <a:lstStyle/>
        <a:p>
          <a:pPr algn="ctr"/>
          <a:r>
            <a:rPr lang="en-AU" dirty="0" smtClean="0"/>
            <a:t>Legislative Assembly </a:t>
          </a:r>
        </a:p>
        <a:p>
          <a:pPr algn="ctr"/>
          <a:r>
            <a:rPr lang="en-AU" dirty="0" smtClean="0"/>
            <a:t>(lower house)</a:t>
          </a:r>
          <a:endParaRPr lang="en-AU" dirty="0"/>
        </a:p>
      </dgm:t>
    </dgm:pt>
    <dgm:pt modelId="{E263E07B-71CB-49A5-B28D-7FA9C9F10C95}" type="parTrans" cxnId="{DB134A82-A6E6-4C8D-B5FD-35C8AFD95A23}">
      <dgm:prSet/>
      <dgm:spPr/>
      <dgm:t>
        <a:bodyPr/>
        <a:lstStyle/>
        <a:p>
          <a:endParaRPr lang="en-AU"/>
        </a:p>
      </dgm:t>
    </dgm:pt>
    <dgm:pt modelId="{2C8DA819-2903-49EF-8316-B98875BC13B9}" type="sibTrans" cxnId="{DB134A82-A6E6-4C8D-B5FD-35C8AFD95A23}">
      <dgm:prSet/>
      <dgm:spPr/>
      <dgm:t>
        <a:bodyPr/>
        <a:lstStyle/>
        <a:p>
          <a:endParaRPr lang="en-AU"/>
        </a:p>
      </dgm:t>
    </dgm:pt>
    <dgm:pt modelId="{F23F2EFD-C319-441B-8E28-E2133310F2A7}">
      <dgm:prSet phldrT="[Text]"/>
      <dgm:spPr/>
      <dgm:t>
        <a:bodyPr/>
        <a:lstStyle/>
        <a:p>
          <a:pPr algn="ctr"/>
          <a:r>
            <a:rPr lang="en-AU" dirty="0" smtClean="0"/>
            <a:t>Legislative Council</a:t>
          </a:r>
        </a:p>
        <a:p>
          <a:pPr algn="ctr"/>
          <a:r>
            <a:rPr lang="en-AU" dirty="0" smtClean="0"/>
            <a:t>(upper house)</a:t>
          </a:r>
          <a:endParaRPr lang="en-AU" dirty="0"/>
        </a:p>
      </dgm:t>
    </dgm:pt>
    <dgm:pt modelId="{E450A471-A663-40DD-A231-3150F4D7DA05}" type="parTrans" cxnId="{B81EB26C-0568-425C-B3B0-491D23ECA004}">
      <dgm:prSet/>
      <dgm:spPr/>
      <dgm:t>
        <a:bodyPr/>
        <a:lstStyle/>
        <a:p>
          <a:endParaRPr lang="en-AU"/>
        </a:p>
      </dgm:t>
    </dgm:pt>
    <dgm:pt modelId="{28D0E71C-78B9-4736-AB69-11D286C08996}" type="sibTrans" cxnId="{B81EB26C-0568-425C-B3B0-491D23ECA004}">
      <dgm:prSet/>
      <dgm:spPr/>
      <dgm:t>
        <a:bodyPr/>
        <a:lstStyle/>
        <a:p>
          <a:endParaRPr lang="en-AU"/>
        </a:p>
      </dgm:t>
    </dgm:pt>
    <dgm:pt modelId="{46484DF3-6FC9-40FA-B754-C6EB988873BA}">
      <dgm:prSet/>
      <dgm:spPr/>
      <dgm:t>
        <a:bodyPr/>
        <a:lstStyle/>
        <a:p>
          <a:pPr algn="ctr"/>
          <a:r>
            <a:rPr lang="en-AU" dirty="0" smtClean="0"/>
            <a:t>Governor-General</a:t>
          </a:r>
        </a:p>
        <a:p>
          <a:pPr algn="ctr"/>
          <a:r>
            <a:rPr lang="en-AU" dirty="0" smtClean="0"/>
            <a:t>(Royal assent)</a:t>
          </a:r>
          <a:endParaRPr lang="en-AU" dirty="0"/>
        </a:p>
      </dgm:t>
    </dgm:pt>
    <dgm:pt modelId="{51389606-978A-4D8F-BA29-924861B018C8}" type="parTrans" cxnId="{E47829DB-61EB-4847-9A69-71C929FA2638}">
      <dgm:prSet/>
      <dgm:spPr/>
      <dgm:t>
        <a:bodyPr/>
        <a:lstStyle/>
        <a:p>
          <a:endParaRPr lang="en-AU"/>
        </a:p>
      </dgm:t>
    </dgm:pt>
    <dgm:pt modelId="{702203C9-829C-455B-A993-5E9FC3A07DAE}" type="sibTrans" cxnId="{E47829DB-61EB-4847-9A69-71C929FA2638}">
      <dgm:prSet/>
      <dgm:spPr/>
      <dgm:t>
        <a:bodyPr/>
        <a:lstStyle/>
        <a:p>
          <a:endParaRPr lang="en-AU"/>
        </a:p>
      </dgm:t>
    </dgm:pt>
    <dgm:pt modelId="{6B451730-9F40-4FAB-A70F-DCBF0D0F570A}">
      <dgm:prSet/>
      <dgm:spPr/>
      <dgm:t>
        <a:bodyPr/>
        <a:lstStyle/>
        <a:p>
          <a:pPr algn="ctr"/>
          <a:r>
            <a:rPr lang="en-AU" dirty="0" smtClean="0"/>
            <a:t>Governor</a:t>
          </a:r>
        </a:p>
        <a:p>
          <a:pPr algn="ctr"/>
          <a:r>
            <a:rPr lang="en-AU" dirty="0" smtClean="0"/>
            <a:t>(Royal assent)</a:t>
          </a:r>
          <a:endParaRPr lang="en-AU" dirty="0"/>
        </a:p>
      </dgm:t>
    </dgm:pt>
    <dgm:pt modelId="{2AD79B7C-BB38-4DDF-A211-836E2E84C097}" type="parTrans" cxnId="{DBC1F658-07A8-43E8-B57D-CF674D8EF208}">
      <dgm:prSet/>
      <dgm:spPr/>
      <dgm:t>
        <a:bodyPr/>
        <a:lstStyle/>
        <a:p>
          <a:endParaRPr lang="en-AU"/>
        </a:p>
      </dgm:t>
    </dgm:pt>
    <dgm:pt modelId="{52D7E4A1-D6E6-4AD4-8421-C9DA43FF4CA9}" type="sibTrans" cxnId="{DBC1F658-07A8-43E8-B57D-CF674D8EF208}">
      <dgm:prSet/>
      <dgm:spPr/>
      <dgm:t>
        <a:bodyPr/>
        <a:lstStyle/>
        <a:p>
          <a:endParaRPr lang="en-AU"/>
        </a:p>
      </dgm:t>
    </dgm:pt>
    <dgm:pt modelId="{0BCF8653-9A6C-423C-B07F-4F55F1D50E55}">
      <dgm:prSet phldrT="[Text]"/>
      <dgm:spPr/>
      <dgm:t>
        <a:bodyPr/>
        <a:lstStyle/>
        <a:p>
          <a:pPr algn="ctr"/>
          <a:r>
            <a:rPr lang="en-AU" dirty="0" smtClean="0"/>
            <a:t>House of Representatives</a:t>
          </a:r>
        </a:p>
        <a:p>
          <a:pPr algn="ctr"/>
          <a:r>
            <a:rPr lang="en-AU" dirty="0" smtClean="0"/>
            <a:t>(lower house)</a:t>
          </a:r>
          <a:endParaRPr lang="en-AU" dirty="0"/>
        </a:p>
      </dgm:t>
    </dgm:pt>
    <dgm:pt modelId="{973630D1-2C99-4CA0-9826-EF5EB7842E9F}" type="sibTrans" cxnId="{AB3E7D0C-321D-4CE8-8ED6-E917A780177F}">
      <dgm:prSet/>
      <dgm:spPr/>
      <dgm:t>
        <a:bodyPr/>
        <a:lstStyle/>
        <a:p>
          <a:endParaRPr lang="en-AU"/>
        </a:p>
      </dgm:t>
    </dgm:pt>
    <dgm:pt modelId="{F17D2898-3584-49C5-9C69-A96B9A9CBC70}" type="parTrans" cxnId="{AB3E7D0C-321D-4CE8-8ED6-E917A780177F}">
      <dgm:prSet/>
      <dgm:spPr/>
      <dgm:t>
        <a:bodyPr/>
        <a:lstStyle/>
        <a:p>
          <a:endParaRPr lang="en-AU"/>
        </a:p>
      </dgm:t>
    </dgm:pt>
    <dgm:pt modelId="{FC5D3A38-CC4D-4955-8E61-53E61E7FFC5F}">
      <dgm:prSet phldrT="[Text]"/>
      <dgm:spPr>
        <a:blipFill dpi="0" rotWithShape="0">
          <a:blip xmlns:r="http://schemas.openxmlformats.org/officeDocument/2006/relationships" r:embed="rId2"/>
          <a:srcRect/>
          <a:stretch>
            <a:fillRect l="-2413" t="-2524" r="2413" b="3202"/>
          </a:stretch>
        </a:blipFill>
      </dgm:spPr>
      <dgm:t>
        <a:bodyPr/>
        <a:lstStyle/>
        <a:p>
          <a:r>
            <a:rPr lang="en-AU" dirty="0" smtClean="0">
              <a:latin typeface="Arial" pitchFamily="34" charset="0"/>
              <a:cs typeface="Arial" pitchFamily="34" charset="0"/>
            </a:rPr>
            <a:t>Federal</a:t>
          </a:r>
          <a:endParaRPr lang="en-AU" dirty="0">
            <a:latin typeface="Arial" pitchFamily="34" charset="0"/>
            <a:cs typeface="Arial" pitchFamily="34" charset="0"/>
          </a:endParaRPr>
        </a:p>
      </dgm:t>
    </dgm:pt>
    <dgm:pt modelId="{37C1B37D-3138-4DCC-8842-4B11D19B3DFE}" type="sibTrans" cxnId="{AF5969D7-30CD-4FF0-A47C-3913DA0C5AA7}">
      <dgm:prSet/>
      <dgm:spPr/>
      <dgm:t>
        <a:bodyPr/>
        <a:lstStyle/>
        <a:p>
          <a:endParaRPr lang="en-AU"/>
        </a:p>
      </dgm:t>
    </dgm:pt>
    <dgm:pt modelId="{3E6FC64F-74BF-4718-A72B-BDED5F3EC744}" type="parTrans" cxnId="{AF5969D7-30CD-4FF0-A47C-3913DA0C5AA7}">
      <dgm:prSet/>
      <dgm:spPr/>
      <dgm:t>
        <a:bodyPr/>
        <a:lstStyle/>
        <a:p>
          <a:endParaRPr lang="en-AU"/>
        </a:p>
      </dgm:t>
    </dgm:pt>
    <dgm:pt modelId="{E3C96818-AE54-455F-9C9C-E2C019CE43F1}" type="pres">
      <dgm:prSet presAssocID="{DD662782-8890-4AA0-B55B-0C7DEB1856A2}" presName="list" presStyleCnt="0">
        <dgm:presLayoutVars>
          <dgm:dir/>
          <dgm:animLvl val="lvl"/>
        </dgm:presLayoutVars>
      </dgm:prSet>
      <dgm:spPr/>
      <dgm:t>
        <a:bodyPr/>
        <a:lstStyle/>
        <a:p>
          <a:endParaRPr lang="en-AU"/>
        </a:p>
      </dgm:t>
    </dgm:pt>
    <dgm:pt modelId="{77C70621-EDCF-4B67-90C0-099B003A6A0E}" type="pres">
      <dgm:prSet presAssocID="{FC5D3A38-CC4D-4955-8E61-53E61E7FFC5F}" presName="posSpace" presStyleCnt="0"/>
      <dgm:spPr/>
    </dgm:pt>
    <dgm:pt modelId="{B770C141-31CC-41BC-B88A-B5DA5E4448EE}" type="pres">
      <dgm:prSet presAssocID="{FC5D3A38-CC4D-4955-8E61-53E61E7FFC5F}" presName="vertFlow" presStyleCnt="0"/>
      <dgm:spPr/>
    </dgm:pt>
    <dgm:pt modelId="{D83DF4FA-C955-40D4-BAA9-D4FF6F8D0F55}" type="pres">
      <dgm:prSet presAssocID="{FC5D3A38-CC4D-4955-8E61-53E61E7FFC5F}" presName="topSpace" presStyleCnt="0"/>
      <dgm:spPr/>
    </dgm:pt>
    <dgm:pt modelId="{E1B3055E-845F-4623-829D-846C10650B43}" type="pres">
      <dgm:prSet presAssocID="{FC5D3A38-CC4D-4955-8E61-53E61E7FFC5F}" presName="firstComp" presStyleCnt="0"/>
      <dgm:spPr/>
    </dgm:pt>
    <dgm:pt modelId="{A06BA425-518C-4262-9ACF-F32F09E40884}" type="pres">
      <dgm:prSet presAssocID="{FC5D3A38-CC4D-4955-8E61-53E61E7FFC5F}" presName="firstChild" presStyleLbl="bgAccFollowNode1" presStyleIdx="0" presStyleCnt="6" custLinFactNeighborX="2200" custLinFactNeighborY="-1494"/>
      <dgm:spPr/>
      <dgm:t>
        <a:bodyPr/>
        <a:lstStyle/>
        <a:p>
          <a:endParaRPr lang="en-AU"/>
        </a:p>
      </dgm:t>
    </dgm:pt>
    <dgm:pt modelId="{EA7C75C8-0FF4-4DC5-9127-17ADFA10F52E}" type="pres">
      <dgm:prSet presAssocID="{FC5D3A38-CC4D-4955-8E61-53E61E7FFC5F}" presName="firstChildTx" presStyleLbl="bgAccFollow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4C119779-4EEF-45A6-9D21-5A237483A132}" type="pres">
      <dgm:prSet presAssocID="{91E8ED67-EA9A-4987-9CBA-9D80C0DCBF3A}" presName="comp" presStyleCnt="0"/>
      <dgm:spPr/>
    </dgm:pt>
    <dgm:pt modelId="{A99D3A47-0DB6-41E5-8E6C-063856DBFCCD}" type="pres">
      <dgm:prSet presAssocID="{91E8ED67-EA9A-4987-9CBA-9D80C0DCBF3A}" presName="child" presStyleLbl="bgAccFollowNode1" presStyleIdx="1" presStyleCnt="6" custLinFactNeighborX="2649" custLinFactNeighborY="-1494"/>
      <dgm:spPr/>
      <dgm:t>
        <a:bodyPr/>
        <a:lstStyle/>
        <a:p>
          <a:endParaRPr lang="en-AU"/>
        </a:p>
      </dgm:t>
    </dgm:pt>
    <dgm:pt modelId="{F08D3204-CE34-4EE0-B464-3DDA86A7904D}" type="pres">
      <dgm:prSet presAssocID="{91E8ED67-EA9A-4987-9CBA-9D80C0DCBF3A}" presName="childTx" presStyleLbl="bgAccFollow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E8C38A74-2B8C-4275-B6F0-D95D76543749}" type="pres">
      <dgm:prSet presAssocID="{46484DF3-6FC9-40FA-B754-C6EB988873BA}" presName="comp" presStyleCnt="0"/>
      <dgm:spPr/>
    </dgm:pt>
    <dgm:pt modelId="{E70D443E-4D50-46DA-8CE5-CD0FFB082639}" type="pres">
      <dgm:prSet presAssocID="{46484DF3-6FC9-40FA-B754-C6EB988873BA}" presName="child" presStyleLbl="bgAccFollowNode1" presStyleIdx="2" presStyleCnt="6" custLinFactNeighborX="2649"/>
      <dgm:spPr/>
      <dgm:t>
        <a:bodyPr/>
        <a:lstStyle/>
        <a:p>
          <a:endParaRPr lang="en-AU"/>
        </a:p>
      </dgm:t>
    </dgm:pt>
    <dgm:pt modelId="{F42B51E0-0BA2-416C-A0E8-EB35BB30DA93}" type="pres">
      <dgm:prSet presAssocID="{46484DF3-6FC9-40FA-B754-C6EB988873BA}" presName="childTx" presStyleLbl="bgAccFollow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C3FEF054-9373-4EE0-90F6-4280FBA89719}" type="pres">
      <dgm:prSet presAssocID="{FC5D3A38-CC4D-4955-8E61-53E61E7FFC5F}" presName="negSpace" presStyleCnt="0"/>
      <dgm:spPr/>
    </dgm:pt>
    <dgm:pt modelId="{74891D1E-B5FE-45E2-8826-26D6FCDDC8A6}" type="pres">
      <dgm:prSet presAssocID="{FC5D3A38-CC4D-4955-8E61-53E61E7FFC5F}" presName="circle" presStyleLbl="node1" presStyleIdx="0" presStyleCnt="2" custScaleX="99433" custScaleY="96420" custLinFactNeighborX="1110" custLinFactNeighborY="-63"/>
      <dgm:spPr>
        <a:prstGeom prst="rect">
          <a:avLst/>
        </a:prstGeom>
      </dgm:spPr>
      <dgm:t>
        <a:bodyPr/>
        <a:lstStyle/>
        <a:p>
          <a:endParaRPr lang="en-AU"/>
        </a:p>
      </dgm:t>
    </dgm:pt>
    <dgm:pt modelId="{826F5FE7-D83A-43EC-AD8D-587A2C91031E}" type="pres">
      <dgm:prSet presAssocID="{37C1B37D-3138-4DCC-8842-4B11D19B3DFE}" presName="transSpace" presStyleCnt="0"/>
      <dgm:spPr/>
    </dgm:pt>
    <dgm:pt modelId="{8C42EF88-008C-4E22-BCD1-8E4D1A6AA57C}" type="pres">
      <dgm:prSet presAssocID="{D4D30BC6-F343-4760-81C5-6B24B92406B8}" presName="posSpace" presStyleCnt="0"/>
      <dgm:spPr/>
    </dgm:pt>
    <dgm:pt modelId="{29C10AE1-C794-4986-BEA1-93F39B6CAC33}" type="pres">
      <dgm:prSet presAssocID="{D4D30BC6-F343-4760-81C5-6B24B92406B8}" presName="vertFlow" presStyleCnt="0"/>
      <dgm:spPr/>
    </dgm:pt>
    <dgm:pt modelId="{E5C41CF7-B4AC-4B29-9586-75C6998C38EE}" type="pres">
      <dgm:prSet presAssocID="{D4D30BC6-F343-4760-81C5-6B24B92406B8}" presName="topSpace" presStyleCnt="0"/>
      <dgm:spPr/>
    </dgm:pt>
    <dgm:pt modelId="{847B0393-E713-47F5-BB0F-68C5131901BA}" type="pres">
      <dgm:prSet presAssocID="{D4D30BC6-F343-4760-81C5-6B24B92406B8}" presName="firstComp" presStyleCnt="0"/>
      <dgm:spPr/>
    </dgm:pt>
    <dgm:pt modelId="{1A91E903-61CE-4EAF-A9FC-AAF71FC0F3BB}" type="pres">
      <dgm:prSet presAssocID="{D4D30BC6-F343-4760-81C5-6B24B92406B8}" presName="firstChild" presStyleLbl="bgAccFollowNode1" presStyleIdx="3" presStyleCnt="6"/>
      <dgm:spPr/>
      <dgm:t>
        <a:bodyPr/>
        <a:lstStyle/>
        <a:p>
          <a:endParaRPr lang="en-AU"/>
        </a:p>
      </dgm:t>
    </dgm:pt>
    <dgm:pt modelId="{A1D024B0-73F4-44E1-B684-3923137F62F1}" type="pres">
      <dgm:prSet presAssocID="{D4D30BC6-F343-4760-81C5-6B24B92406B8}" presName="firstChildTx" presStyleLbl="bgAccFollow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5B5397ED-A19A-4984-97B3-08E76A7AF2B8}" type="pres">
      <dgm:prSet presAssocID="{F23F2EFD-C319-441B-8E28-E2133310F2A7}" presName="comp" presStyleCnt="0"/>
      <dgm:spPr/>
    </dgm:pt>
    <dgm:pt modelId="{00E725CA-B531-4622-A800-4AE157F4FAE8}" type="pres">
      <dgm:prSet presAssocID="{F23F2EFD-C319-441B-8E28-E2133310F2A7}" presName="child" presStyleLbl="bgAccFollowNode1" presStyleIdx="4" presStyleCnt="6"/>
      <dgm:spPr/>
      <dgm:t>
        <a:bodyPr/>
        <a:lstStyle/>
        <a:p>
          <a:endParaRPr lang="en-AU"/>
        </a:p>
      </dgm:t>
    </dgm:pt>
    <dgm:pt modelId="{1E0D9CB2-46CB-475F-891C-8E166C0A7865}" type="pres">
      <dgm:prSet presAssocID="{F23F2EFD-C319-441B-8E28-E2133310F2A7}" presName="childTx" presStyleLbl="bgAccFollow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91513434-CB46-4544-BD63-6D0CD684637C}" type="pres">
      <dgm:prSet presAssocID="{6B451730-9F40-4FAB-A70F-DCBF0D0F570A}" presName="comp" presStyleCnt="0"/>
      <dgm:spPr/>
    </dgm:pt>
    <dgm:pt modelId="{1B5BB8DF-4024-49CE-BDDB-B26B939A2090}" type="pres">
      <dgm:prSet presAssocID="{6B451730-9F40-4FAB-A70F-DCBF0D0F570A}" presName="child" presStyleLbl="bgAccFollowNode1" presStyleIdx="5" presStyleCnt="6"/>
      <dgm:spPr/>
      <dgm:t>
        <a:bodyPr/>
        <a:lstStyle/>
        <a:p>
          <a:endParaRPr lang="en-AU"/>
        </a:p>
      </dgm:t>
    </dgm:pt>
    <dgm:pt modelId="{2BE0F644-2669-4BF1-8AB3-A9FF99E2D7B5}" type="pres">
      <dgm:prSet presAssocID="{6B451730-9F40-4FAB-A70F-DCBF0D0F570A}" presName="childTx" presStyleLbl="bgAccFollow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193E2C01-3533-456F-8BAE-62B848378CFE}" type="pres">
      <dgm:prSet presAssocID="{D4D30BC6-F343-4760-81C5-6B24B92406B8}" presName="negSpace" presStyleCnt="0"/>
      <dgm:spPr/>
    </dgm:pt>
    <dgm:pt modelId="{66AC651C-7A06-4218-8048-B808E87C85AA}" type="pres">
      <dgm:prSet presAssocID="{D4D30BC6-F343-4760-81C5-6B24B92406B8}" presName="circle" presStyleLbl="node1" presStyleIdx="1" presStyleCnt="2"/>
      <dgm:spPr/>
      <dgm:t>
        <a:bodyPr/>
        <a:lstStyle/>
        <a:p>
          <a:endParaRPr lang="en-AU"/>
        </a:p>
      </dgm:t>
    </dgm:pt>
  </dgm:ptLst>
  <dgm:cxnLst>
    <dgm:cxn modelId="{50B88136-DAA5-40C0-9D6C-EEC51AB49ED5}" type="presOf" srcId="{46484DF3-6FC9-40FA-B754-C6EB988873BA}" destId="{F42B51E0-0BA2-416C-A0E8-EB35BB30DA93}" srcOrd="1" destOrd="0" presId="urn:microsoft.com/office/officeart/2005/8/layout/hList9"/>
    <dgm:cxn modelId="{04A67BED-CCDB-4B2A-B208-C6783E75702F}" type="presOf" srcId="{B91C4C56-9566-4D78-897B-C102404D5C9A}" destId="{1A91E903-61CE-4EAF-A9FC-AAF71FC0F3BB}" srcOrd="0" destOrd="0" presId="urn:microsoft.com/office/officeart/2005/8/layout/hList9"/>
    <dgm:cxn modelId="{FB8A1E95-85A1-45B2-A148-0AE4DB9F1248}" type="presOf" srcId="{D4D30BC6-F343-4760-81C5-6B24B92406B8}" destId="{66AC651C-7A06-4218-8048-B808E87C85AA}" srcOrd="0" destOrd="0" presId="urn:microsoft.com/office/officeart/2005/8/layout/hList9"/>
    <dgm:cxn modelId="{AB3E7D0C-321D-4CE8-8ED6-E917A780177F}" srcId="{FC5D3A38-CC4D-4955-8E61-53E61E7FFC5F}" destId="{0BCF8653-9A6C-423C-B07F-4F55F1D50E55}" srcOrd="0" destOrd="0" parTransId="{F17D2898-3584-49C5-9C69-A96B9A9CBC70}" sibTransId="{973630D1-2C99-4CA0-9826-EF5EB7842E9F}"/>
    <dgm:cxn modelId="{319F367B-138E-4132-BD4E-EB2DD2A11136}" type="presOf" srcId="{B91C4C56-9566-4D78-897B-C102404D5C9A}" destId="{A1D024B0-73F4-44E1-B684-3923137F62F1}" srcOrd="1" destOrd="0" presId="urn:microsoft.com/office/officeart/2005/8/layout/hList9"/>
    <dgm:cxn modelId="{7F6A2D32-C4BA-4D77-8F03-6D83F7348F85}" srcId="{DD662782-8890-4AA0-B55B-0C7DEB1856A2}" destId="{D4D30BC6-F343-4760-81C5-6B24B92406B8}" srcOrd="1" destOrd="0" parTransId="{E0EB9479-8348-4D6B-9C97-C3BA4381D4C4}" sibTransId="{A6FF5A17-2EFA-4EF1-AA3D-FE58C47703A1}"/>
    <dgm:cxn modelId="{FE8D3883-515B-463B-B732-460BD33DFB9D}" type="presOf" srcId="{91E8ED67-EA9A-4987-9CBA-9D80C0DCBF3A}" destId="{F08D3204-CE34-4EE0-B464-3DDA86A7904D}" srcOrd="1" destOrd="0" presId="urn:microsoft.com/office/officeart/2005/8/layout/hList9"/>
    <dgm:cxn modelId="{E47829DB-61EB-4847-9A69-71C929FA2638}" srcId="{FC5D3A38-CC4D-4955-8E61-53E61E7FFC5F}" destId="{46484DF3-6FC9-40FA-B754-C6EB988873BA}" srcOrd="2" destOrd="0" parTransId="{51389606-978A-4D8F-BA29-924861B018C8}" sibTransId="{702203C9-829C-455B-A993-5E9FC3A07DAE}"/>
    <dgm:cxn modelId="{089C0E75-C5B9-494F-A104-83C2036D35E0}" type="presOf" srcId="{0BCF8653-9A6C-423C-B07F-4F55F1D50E55}" destId="{EA7C75C8-0FF4-4DC5-9127-17ADFA10F52E}" srcOrd="1" destOrd="0" presId="urn:microsoft.com/office/officeart/2005/8/layout/hList9"/>
    <dgm:cxn modelId="{DBC1F658-07A8-43E8-B57D-CF674D8EF208}" srcId="{D4D30BC6-F343-4760-81C5-6B24B92406B8}" destId="{6B451730-9F40-4FAB-A70F-DCBF0D0F570A}" srcOrd="2" destOrd="0" parTransId="{2AD79B7C-BB38-4DDF-A211-836E2E84C097}" sibTransId="{52D7E4A1-D6E6-4AD4-8421-C9DA43FF4CA9}"/>
    <dgm:cxn modelId="{28FD867E-E770-4C54-A1DB-95D14A736E59}" type="presOf" srcId="{6B451730-9F40-4FAB-A70F-DCBF0D0F570A}" destId="{1B5BB8DF-4024-49CE-BDDB-B26B939A2090}" srcOrd="0" destOrd="0" presId="urn:microsoft.com/office/officeart/2005/8/layout/hList9"/>
    <dgm:cxn modelId="{5033EDE7-2726-4C92-8416-7887EBD5D0CF}" type="presOf" srcId="{F23F2EFD-C319-441B-8E28-E2133310F2A7}" destId="{00E725CA-B531-4622-A800-4AE157F4FAE8}" srcOrd="0" destOrd="0" presId="urn:microsoft.com/office/officeart/2005/8/layout/hList9"/>
    <dgm:cxn modelId="{AF5969D7-30CD-4FF0-A47C-3913DA0C5AA7}" srcId="{DD662782-8890-4AA0-B55B-0C7DEB1856A2}" destId="{FC5D3A38-CC4D-4955-8E61-53E61E7FFC5F}" srcOrd="0" destOrd="0" parTransId="{3E6FC64F-74BF-4718-A72B-BDED5F3EC744}" sibTransId="{37C1B37D-3138-4DCC-8842-4B11D19B3DFE}"/>
    <dgm:cxn modelId="{47B85F49-EFB3-49C7-B208-B909108AD49A}" type="presOf" srcId="{91E8ED67-EA9A-4987-9CBA-9D80C0DCBF3A}" destId="{A99D3A47-0DB6-41E5-8E6C-063856DBFCCD}" srcOrd="0" destOrd="0" presId="urn:microsoft.com/office/officeart/2005/8/layout/hList9"/>
    <dgm:cxn modelId="{DB134A82-A6E6-4C8D-B5FD-35C8AFD95A23}" srcId="{D4D30BC6-F343-4760-81C5-6B24B92406B8}" destId="{B91C4C56-9566-4D78-897B-C102404D5C9A}" srcOrd="0" destOrd="0" parTransId="{E263E07B-71CB-49A5-B28D-7FA9C9F10C95}" sibTransId="{2C8DA819-2903-49EF-8316-B98875BC13B9}"/>
    <dgm:cxn modelId="{60B3AEDF-AA9F-4C67-AE23-D11F889FF407}" type="presOf" srcId="{FC5D3A38-CC4D-4955-8E61-53E61E7FFC5F}" destId="{74891D1E-B5FE-45E2-8826-26D6FCDDC8A6}" srcOrd="0" destOrd="0" presId="urn:microsoft.com/office/officeart/2005/8/layout/hList9"/>
    <dgm:cxn modelId="{A3D0AD87-47A1-4D2E-8BF2-EF8A8378DF92}" type="presOf" srcId="{F23F2EFD-C319-441B-8E28-E2133310F2A7}" destId="{1E0D9CB2-46CB-475F-891C-8E166C0A7865}" srcOrd="1" destOrd="0" presId="urn:microsoft.com/office/officeart/2005/8/layout/hList9"/>
    <dgm:cxn modelId="{6B545FA0-06C5-4D5C-B530-84FF9271E752}" type="presOf" srcId="{46484DF3-6FC9-40FA-B754-C6EB988873BA}" destId="{E70D443E-4D50-46DA-8CE5-CD0FFB082639}" srcOrd="0" destOrd="0" presId="urn:microsoft.com/office/officeart/2005/8/layout/hList9"/>
    <dgm:cxn modelId="{C058C041-DFAA-4879-B2F7-1C51D8B6F56A}" type="presOf" srcId="{0BCF8653-9A6C-423C-B07F-4F55F1D50E55}" destId="{A06BA425-518C-4262-9ACF-F32F09E40884}" srcOrd="0" destOrd="0" presId="urn:microsoft.com/office/officeart/2005/8/layout/hList9"/>
    <dgm:cxn modelId="{B7ADB2A0-9294-427B-BB7A-3320D033C16D}" type="presOf" srcId="{6B451730-9F40-4FAB-A70F-DCBF0D0F570A}" destId="{2BE0F644-2669-4BF1-8AB3-A9FF99E2D7B5}" srcOrd="1" destOrd="0" presId="urn:microsoft.com/office/officeart/2005/8/layout/hList9"/>
    <dgm:cxn modelId="{B81EB26C-0568-425C-B3B0-491D23ECA004}" srcId="{D4D30BC6-F343-4760-81C5-6B24B92406B8}" destId="{F23F2EFD-C319-441B-8E28-E2133310F2A7}" srcOrd="1" destOrd="0" parTransId="{E450A471-A663-40DD-A231-3150F4D7DA05}" sibTransId="{28D0E71C-78B9-4736-AB69-11D286C08996}"/>
    <dgm:cxn modelId="{E13270E1-D5F1-487A-BDD5-479ABC59AACD}" srcId="{FC5D3A38-CC4D-4955-8E61-53E61E7FFC5F}" destId="{91E8ED67-EA9A-4987-9CBA-9D80C0DCBF3A}" srcOrd="1" destOrd="0" parTransId="{8421095C-BA16-48D6-9971-FB6A921E0661}" sibTransId="{B3C6CA7A-7AEE-460B-8979-0CA0848AF8A3}"/>
    <dgm:cxn modelId="{EE43C86E-999E-49A6-B268-0578E826425B}" type="presOf" srcId="{DD662782-8890-4AA0-B55B-0C7DEB1856A2}" destId="{E3C96818-AE54-455F-9C9C-E2C019CE43F1}" srcOrd="0" destOrd="0" presId="urn:microsoft.com/office/officeart/2005/8/layout/hList9"/>
    <dgm:cxn modelId="{B2179CB1-BC7D-476A-B641-67F44E844887}" type="presParOf" srcId="{E3C96818-AE54-455F-9C9C-E2C019CE43F1}" destId="{77C70621-EDCF-4B67-90C0-099B003A6A0E}" srcOrd="0" destOrd="0" presId="urn:microsoft.com/office/officeart/2005/8/layout/hList9"/>
    <dgm:cxn modelId="{10644FC3-B6D5-43AF-93AF-8F4FB4F4D9BA}" type="presParOf" srcId="{E3C96818-AE54-455F-9C9C-E2C019CE43F1}" destId="{B770C141-31CC-41BC-B88A-B5DA5E4448EE}" srcOrd="1" destOrd="0" presId="urn:microsoft.com/office/officeart/2005/8/layout/hList9"/>
    <dgm:cxn modelId="{F7DCE9AF-43FB-4B9B-A241-09956B43E9A4}" type="presParOf" srcId="{B770C141-31CC-41BC-B88A-B5DA5E4448EE}" destId="{D83DF4FA-C955-40D4-BAA9-D4FF6F8D0F55}" srcOrd="0" destOrd="0" presId="urn:microsoft.com/office/officeart/2005/8/layout/hList9"/>
    <dgm:cxn modelId="{F306E843-27F9-43B8-AF7B-AB66A3E600C9}" type="presParOf" srcId="{B770C141-31CC-41BC-B88A-B5DA5E4448EE}" destId="{E1B3055E-845F-4623-829D-846C10650B43}" srcOrd="1" destOrd="0" presId="urn:microsoft.com/office/officeart/2005/8/layout/hList9"/>
    <dgm:cxn modelId="{38304D92-FCAB-415A-818E-47D1851FD8A3}" type="presParOf" srcId="{E1B3055E-845F-4623-829D-846C10650B43}" destId="{A06BA425-518C-4262-9ACF-F32F09E40884}" srcOrd="0" destOrd="0" presId="urn:microsoft.com/office/officeart/2005/8/layout/hList9"/>
    <dgm:cxn modelId="{1210495E-FD7A-49A1-9DD2-0E65373ED83C}" type="presParOf" srcId="{E1B3055E-845F-4623-829D-846C10650B43}" destId="{EA7C75C8-0FF4-4DC5-9127-17ADFA10F52E}" srcOrd="1" destOrd="0" presId="urn:microsoft.com/office/officeart/2005/8/layout/hList9"/>
    <dgm:cxn modelId="{25D8E7D9-FEF1-4615-99CE-C076988C1FEF}" type="presParOf" srcId="{B770C141-31CC-41BC-B88A-B5DA5E4448EE}" destId="{4C119779-4EEF-45A6-9D21-5A237483A132}" srcOrd="2" destOrd="0" presId="urn:microsoft.com/office/officeart/2005/8/layout/hList9"/>
    <dgm:cxn modelId="{2B89EEF6-9C54-451A-B2E6-5C6056438730}" type="presParOf" srcId="{4C119779-4EEF-45A6-9D21-5A237483A132}" destId="{A99D3A47-0DB6-41E5-8E6C-063856DBFCCD}" srcOrd="0" destOrd="0" presId="urn:microsoft.com/office/officeart/2005/8/layout/hList9"/>
    <dgm:cxn modelId="{5C5F8734-69D7-45D7-ABB7-5161EAC88B60}" type="presParOf" srcId="{4C119779-4EEF-45A6-9D21-5A237483A132}" destId="{F08D3204-CE34-4EE0-B464-3DDA86A7904D}" srcOrd="1" destOrd="0" presId="urn:microsoft.com/office/officeart/2005/8/layout/hList9"/>
    <dgm:cxn modelId="{D96338B7-7AD8-404E-9EAB-9941021AF3E9}" type="presParOf" srcId="{B770C141-31CC-41BC-B88A-B5DA5E4448EE}" destId="{E8C38A74-2B8C-4275-B6F0-D95D76543749}" srcOrd="3" destOrd="0" presId="urn:microsoft.com/office/officeart/2005/8/layout/hList9"/>
    <dgm:cxn modelId="{F38C3ED6-5031-41A0-91EC-C41608758084}" type="presParOf" srcId="{E8C38A74-2B8C-4275-B6F0-D95D76543749}" destId="{E70D443E-4D50-46DA-8CE5-CD0FFB082639}" srcOrd="0" destOrd="0" presId="urn:microsoft.com/office/officeart/2005/8/layout/hList9"/>
    <dgm:cxn modelId="{7711DF5E-AC27-44E1-936A-C1ACF5C498FF}" type="presParOf" srcId="{E8C38A74-2B8C-4275-B6F0-D95D76543749}" destId="{F42B51E0-0BA2-416C-A0E8-EB35BB30DA93}" srcOrd="1" destOrd="0" presId="urn:microsoft.com/office/officeart/2005/8/layout/hList9"/>
    <dgm:cxn modelId="{EF1D3D4C-B48B-483B-9B43-F60E3BA16893}" type="presParOf" srcId="{E3C96818-AE54-455F-9C9C-E2C019CE43F1}" destId="{C3FEF054-9373-4EE0-90F6-4280FBA89719}" srcOrd="2" destOrd="0" presId="urn:microsoft.com/office/officeart/2005/8/layout/hList9"/>
    <dgm:cxn modelId="{8CBEA509-57B2-415F-A036-70CBAFECC147}" type="presParOf" srcId="{E3C96818-AE54-455F-9C9C-E2C019CE43F1}" destId="{74891D1E-B5FE-45E2-8826-26D6FCDDC8A6}" srcOrd="3" destOrd="0" presId="urn:microsoft.com/office/officeart/2005/8/layout/hList9"/>
    <dgm:cxn modelId="{165EF0B2-A72B-4C41-A956-8C0B3B57DD7B}" type="presParOf" srcId="{E3C96818-AE54-455F-9C9C-E2C019CE43F1}" destId="{826F5FE7-D83A-43EC-AD8D-587A2C91031E}" srcOrd="4" destOrd="0" presId="urn:microsoft.com/office/officeart/2005/8/layout/hList9"/>
    <dgm:cxn modelId="{7CE10B2B-6435-4D8E-B581-227D3ACA5900}" type="presParOf" srcId="{E3C96818-AE54-455F-9C9C-E2C019CE43F1}" destId="{8C42EF88-008C-4E22-BCD1-8E4D1A6AA57C}" srcOrd="5" destOrd="0" presId="urn:microsoft.com/office/officeart/2005/8/layout/hList9"/>
    <dgm:cxn modelId="{0181D038-E204-477F-8AD3-78647E16C47E}" type="presParOf" srcId="{E3C96818-AE54-455F-9C9C-E2C019CE43F1}" destId="{29C10AE1-C794-4986-BEA1-93F39B6CAC33}" srcOrd="6" destOrd="0" presId="urn:microsoft.com/office/officeart/2005/8/layout/hList9"/>
    <dgm:cxn modelId="{0B80A964-365D-418F-AC39-2A54B01BB159}" type="presParOf" srcId="{29C10AE1-C794-4986-BEA1-93F39B6CAC33}" destId="{E5C41CF7-B4AC-4B29-9586-75C6998C38EE}" srcOrd="0" destOrd="0" presId="urn:microsoft.com/office/officeart/2005/8/layout/hList9"/>
    <dgm:cxn modelId="{A1571BF3-B9B0-4820-BAB2-6B9130C95B4E}" type="presParOf" srcId="{29C10AE1-C794-4986-BEA1-93F39B6CAC33}" destId="{847B0393-E713-47F5-BB0F-68C5131901BA}" srcOrd="1" destOrd="0" presId="urn:microsoft.com/office/officeart/2005/8/layout/hList9"/>
    <dgm:cxn modelId="{8967D0CD-5EF8-462D-980E-91D84F15B3A7}" type="presParOf" srcId="{847B0393-E713-47F5-BB0F-68C5131901BA}" destId="{1A91E903-61CE-4EAF-A9FC-AAF71FC0F3BB}" srcOrd="0" destOrd="0" presId="urn:microsoft.com/office/officeart/2005/8/layout/hList9"/>
    <dgm:cxn modelId="{94B469C6-2D64-4884-946D-8B5EC60FBBC7}" type="presParOf" srcId="{847B0393-E713-47F5-BB0F-68C5131901BA}" destId="{A1D024B0-73F4-44E1-B684-3923137F62F1}" srcOrd="1" destOrd="0" presId="urn:microsoft.com/office/officeart/2005/8/layout/hList9"/>
    <dgm:cxn modelId="{43F42E95-CD9A-4CB1-B413-0D0F1B1770AA}" type="presParOf" srcId="{29C10AE1-C794-4986-BEA1-93F39B6CAC33}" destId="{5B5397ED-A19A-4984-97B3-08E76A7AF2B8}" srcOrd="2" destOrd="0" presId="urn:microsoft.com/office/officeart/2005/8/layout/hList9"/>
    <dgm:cxn modelId="{C80FE5FF-A12E-4EEB-9894-49AEBFF6A80C}" type="presParOf" srcId="{5B5397ED-A19A-4984-97B3-08E76A7AF2B8}" destId="{00E725CA-B531-4622-A800-4AE157F4FAE8}" srcOrd="0" destOrd="0" presId="urn:microsoft.com/office/officeart/2005/8/layout/hList9"/>
    <dgm:cxn modelId="{F73882B1-FF7C-4319-BC5A-A589957FB014}" type="presParOf" srcId="{5B5397ED-A19A-4984-97B3-08E76A7AF2B8}" destId="{1E0D9CB2-46CB-475F-891C-8E166C0A7865}" srcOrd="1" destOrd="0" presId="urn:microsoft.com/office/officeart/2005/8/layout/hList9"/>
    <dgm:cxn modelId="{E6C44848-0124-492A-9A42-9456BCEFEFB6}" type="presParOf" srcId="{29C10AE1-C794-4986-BEA1-93F39B6CAC33}" destId="{91513434-CB46-4544-BD63-6D0CD684637C}" srcOrd="3" destOrd="0" presId="urn:microsoft.com/office/officeart/2005/8/layout/hList9"/>
    <dgm:cxn modelId="{C0E8DCF3-DC5E-4670-BDFD-EBC4A980AB36}" type="presParOf" srcId="{91513434-CB46-4544-BD63-6D0CD684637C}" destId="{1B5BB8DF-4024-49CE-BDDB-B26B939A2090}" srcOrd="0" destOrd="0" presId="urn:microsoft.com/office/officeart/2005/8/layout/hList9"/>
    <dgm:cxn modelId="{FA9BC84E-C04B-4987-A7A4-6D76FB3B72AA}" type="presParOf" srcId="{91513434-CB46-4544-BD63-6D0CD684637C}" destId="{2BE0F644-2669-4BF1-8AB3-A9FF99E2D7B5}" srcOrd="1" destOrd="0" presId="urn:microsoft.com/office/officeart/2005/8/layout/hList9"/>
    <dgm:cxn modelId="{4A497576-ED69-4B52-8DF1-298EF45750C8}" type="presParOf" srcId="{E3C96818-AE54-455F-9C9C-E2C019CE43F1}" destId="{193E2C01-3533-456F-8BAE-62B848378CFE}" srcOrd="7" destOrd="0" presId="urn:microsoft.com/office/officeart/2005/8/layout/hList9"/>
    <dgm:cxn modelId="{0A04799F-4E1D-427E-BABF-5B51F1B0CE83}" type="presParOf" srcId="{E3C96818-AE54-455F-9C9C-E2C019CE43F1}" destId="{66AC651C-7A06-4218-8048-B808E87C85AA}" srcOrd="8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B615ACC-5E2B-4022-A717-04E33658C996}" type="doc">
      <dgm:prSet loTypeId="urn:microsoft.com/office/officeart/2005/8/layout/vList5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AU"/>
        </a:p>
      </dgm:t>
    </dgm:pt>
    <dgm:pt modelId="{8D739913-F840-4770-879D-7ED6687D39ED}">
      <dgm:prSet phldrT="[Text]" custT="1"/>
      <dgm:spPr/>
      <dgm:t>
        <a:bodyPr/>
        <a:lstStyle/>
        <a:p>
          <a:r>
            <a:rPr lang="en-AU" sz="2000" b="1" dirty="0" smtClean="0">
              <a:latin typeface="Arial" pitchFamily="34" charset="0"/>
              <a:cs typeface="Arial" pitchFamily="34" charset="0"/>
            </a:rPr>
            <a:t>1st reading</a:t>
          </a:r>
          <a:endParaRPr lang="en-AU" sz="2000" b="1" dirty="0">
            <a:latin typeface="Arial" pitchFamily="34" charset="0"/>
            <a:cs typeface="Arial" pitchFamily="34" charset="0"/>
          </a:endParaRPr>
        </a:p>
      </dgm:t>
    </dgm:pt>
    <dgm:pt modelId="{E7B5E138-A78D-4EB4-8594-B639B7031885}" type="parTrans" cxnId="{ECD84081-0443-46FE-9D86-7FD1189DB029}">
      <dgm:prSet/>
      <dgm:spPr/>
      <dgm:t>
        <a:bodyPr/>
        <a:lstStyle/>
        <a:p>
          <a:endParaRPr lang="en-AU"/>
        </a:p>
      </dgm:t>
    </dgm:pt>
    <dgm:pt modelId="{9AF8AA20-E3EC-4206-BE81-A4DB30AEC9CA}" type="sibTrans" cxnId="{ECD84081-0443-46FE-9D86-7FD1189DB029}">
      <dgm:prSet/>
      <dgm:spPr/>
      <dgm:t>
        <a:bodyPr/>
        <a:lstStyle/>
        <a:p>
          <a:endParaRPr lang="en-AU"/>
        </a:p>
      </dgm:t>
    </dgm:pt>
    <dgm:pt modelId="{7363F659-41AE-4809-9858-A60006FC85E6}">
      <dgm:prSet phldrT="[Text]" custT="1"/>
      <dgm:spPr/>
      <dgm:t>
        <a:bodyPr/>
        <a:lstStyle/>
        <a:p>
          <a:r>
            <a:rPr lang="en-AU" sz="1400" dirty="0" smtClean="0">
              <a:latin typeface="Arial" pitchFamily="34" charset="0"/>
              <a:cs typeface="Arial" pitchFamily="34" charset="0"/>
            </a:rPr>
            <a:t>The Bill is introduced to the House of </a:t>
          </a:r>
          <a:r>
            <a:rPr lang="en-AU" sz="1400" b="0" dirty="0" smtClean="0">
              <a:latin typeface="Arial" pitchFamily="34" charset="0"/>
              <a:cs typeface="Arial" pitchFamily="34" charset="0"/>
            </a:rPr>
            <a:t>Representatives.</a:t>
          </a:r>
          <a:endParaRPr lang="en-AU" sz="1400" b="0" dirty="0">
            <a:latin typeface="Arial" pitchFamily="34" charset="0"/>
            <a:cs typeface="Arial" pitchFamily="34" charset="0"/>
          </a:endParaRPr>
        </a:p>
      </dgm:t>
    </dgm:pt>
    <dgm:pt modelId="{908CAE44-CA26-443B-B7A6-E2B52C2044B0}" type="parTrans" cxnId="{F91F15FB-10B8-42B5-833C-C167806929A1}">
      <dgm:prSet/>
      <dgm:spPr/>
      <dgm:t>
        <a:bodyPr/>
        <a:lstStyle/>
        <a:p>
          <a:endParaRPr lang="en-AU"/>
        </a:p>
      </dgm:t>
    </dgm:pt>
    <dgm:pt modelId="{1889D67F-DA96-429D-906D-667091E142C8}" type="sibTrans" cxnId="{F91F15FB-10B8-42B5-833C-C167806929A1}">
      <dgm:prSet/>
      <dgm:spPr/>
      <dgm:t>
        <a:bodyPr/>
        <a:lstStyle/>
        <a:p>
          <a:endParaRPr lang="en-AU"/>
        </a:p>
      </dgm:t>
    </dgm:pt>
    <dgm:pt modelId="{1878304D-12D4-4B32-B000-80D8902F8227}">
      <dgm:prSet phldrT="[Text]" custT="1"/>
      <dgm:spPr/>
      <dgm:t>
        <a:bodyPr/>
        <a:lstStyle/>
        <a:p>
          <a:r>
            <a:rPr lang="en-AU" sz="2000" b="1" dirty="0" smtClean="0">
              <a:latin typeface="Arial" pitchFamily="34" charset="0"/>
              <a:cs typeface="Arial" pitchFamily="34" charset="0"/>
            </a:rPr>
            <a:t>2nd reading</a:t>
          </a:r>
          <a:endParaRPr lang="en-AU" sz="2000" b="1" dirty="0">
            <a:latin typeface="Arial" pitchFamily="34" charset="0"/>
            <a:cs typeface="Arial" pitchFamily="34" charset="0"/>
          </a:endParaRPr>
        </a:p>
      </dgm:t>
    </dgm:pt>
    <dgm:pt modelId="{B9FA5B89-E113-4E04-969D-128A6C96DC02}" type="parTrans" cxnId="{348724D0-C9AA-4C17-BF83-41206E0CBF88}">
      <dgm:prSet/>
      <dgm:spPr/>
      <dgm:t>
        <a:bodyPr/>
        <a:lstStyle/>
        <a:p>
          <a:endParaRPr lang="en-AU"/>
        </a:p>
      </dgm:t>
    </dgm:pt>
    <dgm:pt modelId="{48DC0F53-99DA-4B37-B576-D0E0D0924A89}" type="sibTrans" cxnId="{348724D0-C9AA-4C17-BF83-41206E0CBF88}">
      <dgm:prSet/>
      <dgm:spPr/>
      <dgm:t>
        <a:bodyPr/>
        <a:lstStyle/>
        <a:p>
          <a:endParaRPr lang="en-AU"/>
        </a:p>
      </dgm:t>
    </dgm:pt>
    <dgm:pt modelId="{38230851-70B7-4BD3-9041-6ED359B8BC12}">
      <dgm:prSet phldrT="[Text]" custT="1"/>
      <dgm:spPr/>
      <dgm:t>
        <a:bodyPr/>
        <a:lstStyle/>
        <a:p>
          <a:r>
            <a:rPr lang="en-AU" sz="1400" dirty="0" smtClean="0">
              <a:latin typeface="Arial" pitchFamily="34" charset="0"/>
              <a:cs typeface="Arial" pitchFamily="34" charset="0"/>
            </a:rPr>
            <a:t>Members debate and vote on the main ideas of the Bill.</a:t>
          </a:r>
          <a:endParaRPr lang="en-AU" sz="1400" dirty="0">
            <a:latin typeface="Arial" pitchFamily="34" charset="0"/>
            <a:cs typeface="Arial" pitchFamily="34" charset="0"/>
          </a:endParaRPr>
        </a:p>
      </dgm:t>
    </dgm:pt>
    <dgm:pt modelId="{ED5E129D-5336-40DD-A1B9-57DEE19C1140}" type="parTrans" cxnId="{D2E44AD6-A17A-4D72-8F07-7E2344F1B0EC}">
      <dgm:prSet/>
      <dgm:spPr/>
      <dgm:t>
        <a:bodyPr/>
        <a:lstStyle/>
        <a:p>
          <a:endParaRPr lang="en-AU"/>
        </a:p>
      </dgm:t>
    </dgm:pt>
    <dgm:pt modelId="{64F6BB0F-B609-47AF-813A-39EF1696C8F6}" type="sibTrans" cxnId="{D2E44AD6-A17A-4D72-8F07-7E2344F1B0EC}">
      <dgm:prSet/>
      <dgm:spPr/>
      <dgm:t>
        <a:bodyPr/>
        <a:lstStyle/>
        <a:p>
          <a:endParaRPr lang="en-AU"/>
        </a:p>
      </dgm:t>
    </dgm:pt>
    <dgm:pt modelId="{8A02A481-31EE-46B5-9A75-2AC5FFC19ADD}">
      <dgm:prSet phldrT="[Text]" custT="1"/>
      <dgm:spPr/>
      <dgm:t>
        <a:bodyPr/>
        <a:lstStyle/>
        <a:p>
          <a:r>
            <a:rPr lang="en-AU" sz="2000" b="1" dirty="0" smtClean="0">
              <a:latin typeface="Arial" pitchFamily="34" charset="0"/>
              <a:cs typeface="Arial" pitchFamily="34" charset="0"/>
            </a:rPr>
            <a:t>House committee</a:t>
          </a:r>
          <a:endParaRPr lang="en-AU" sz="2000" b="1" dirty="0">
            <a:latin typeface="Arial" pitchFamily="34" charset="0"/>
            <a:cs typeface="Arial" pitchFamily="34" charset="0"/>
          </a:endParaRPr>
        </a:p>
      </dgm:t>
    </dgm:pt>
    <dgm:pt modelId="{2BE63884-C495-44A5-8768-A6CA44750F40}" type="parTrans" cxnId="{8D41570D-4233-46A4-9B54-4F86BC719C37}">
      <dgm:prSet/>
      <dgm:spPr/>
      <dgm:t>
        <a:bodyPr/>
        <a:lstStyle/>
        <a:p>
          <a:endParaRPr lang="en-AU"/>
        </a:p>
      </dgm:t>
    </dgm:pt>
    <dgm:pt modelId="{4013FC64-3A8B-401D-9962-64307F494FC7}" type="sibTrans" cxnId="{8D41570D-4233-46A4-9B54-4F86BC719C37}">
      <dgm:prSet/>
      <dgm:spPr/>
      <dgm:t>
        <a:bodyPr/>
        <a:lstStyle/>
        <a:p>
          <a:endParaRPr lang="en-AU"/>
        </a:p>
      </dgm:t>
    </dgm:pt>
    <dgm:pt modelId="{72CA442E-B8D6-4442-98BF-7E445C623146}">
      <dgm:prSet phldrT="[Text]" custT="1"/>
      <dgm:spPr/>
      <dgm:t>
        <a:bodyPr/>
        <a:lstStyle/>
        <a:p>
          <a:r>
            <a:rPr lang="en-AU" sz="1400" dirty="0" smtClean="0">
              <a:latin typeface="Arial" pitchFamily="34" charset="0"/>
              <a:cs typeface="Arial" pitchFamily="34" charset="0"/>
            </a:rPr>
            <a:t>Public investigation into the Bill and reporting back to the house.</a:t>
          </a:r>
          <a:endParaRPr lang="en-AU" sz="1400" dirty="0">
            <a:latin typeface="Arial" pitchFamily="34" charset="0"/>
            <a:cs typeface="Arial" pitchFamily="34" charset="0"/>
          </a:endParaRPr>
        </a:p>
      </dgm:t>
    </dgm:pt>
    <dgm:pt modelId="{C7D94C34-F946-4CEE-A978-BE5F42ED2165}" type="parTrans" cxnId="{ABB677EB-3607-454F-AB90-7A559186AF3C}">
      <dgm:prSet/>
      <dgm:spPr/>
      <dgm:t>
        <a:bodyPr/>
        <a:lstStyle/>
        <a:p>
          <a:endParaRPr lang="en-AU"/>
        </a:p>
      </dgm:t>
    </dgm:pt>
    <dgm:pt modelId="{000EA142-1CF3-4DB3-866B-C8B6F93967E8}" type="sibTrans" cxnId="{ABB677EB-3607-454F-AB90-7A559186AF3C}">
      <dgm:prSet/>
      <dgm:spPr/>
      <dgm:t>
        <a:bodyPr/>
        <a:lstStyle/>
        <a:p>
          <a:endParaRPr lang="en-AU"/>
        </a:p>
      </dgm:t>
    </dgm:pt>
    <dgm:pt modelId="{8FCDC979-CB3B-48E7-A752-24D982C8EA6D}">
      <dgm:prSet phldrT="[Text]" custT="1"/>
      <dgm:spPr/>
      <dgm:t>
        <a:bodyPr/>
        <a:lstStyle/>
        <a:p>
          <a:r>
            <a:rPr lang="en-AU" sz="2000" b="1" dirty="0" smtClean="0">
              <a:latin typeface="Arial" pitchFamily="34" charset="0"/>
              <a:cs typeface="Arial" pitchFamily="34" charset="0"/>
            </a:rPr>
            <a:t>Consideration in detail</a:t>
          </a:r>
          <a:endParaRPr lang="en-AU" sz="2000" b="1" dirty="0">
            <a:latin typeface="Arial" pitchFamily="34" charset="0"/>
            <a:cs typeface="Arial" pitchFamily="34" charset="0"/>
          </a:endParaRPr>
        </a:p>
      </dgm:t>
    </dgm:pt>
    <dgm:pt modelId="{65BA4522-F372-4A71-9126-22E07FB874C0}" type="parTrans" cxnId="{B9A90317-5111-4DCD-A0A0-233A16B1B5C9}">
      <dgm:prSet/>
      <dgm:spPr/>
      <dgm:t>
        <a:bodyPr/>
        <a:lstStyle/>
        <a:p>
          <a:endParaRPr lang="en-AU"/>
        </a:p>
      </dgm:t>
    </dgm:pt>
    <dgm:pt modelId="{90995F2E-43AC-4759-A710-9534E5C60A83}" type="sibTrans" cxnId="{B9A90317-5111-4DCD-A0A0-233A16B1B5C9}">
      <dgm:prSet/>
      <dgm:spPr/>
      <dgm:t>
        <a:bodyPr/>
        <a:lstStyle/>
        <a:p>
          <a:endParaRPr lang="en-AU"/>
        </a:p>
      </dgm:t>
    </dgm:pt>
    <dgm:pt modelId="{2F925AD0-BA37-4504-A57C-2E5354271475}">
      <dgm:prSet phldrT="[Text]" custT="1"/>
      <dgm:spPr/>
      <dgm:t>
        <a:bodyPr/>
        <a:lstStyle/>
        <a:p>
          <a:r>
            <a:rPr lang="en-AU" sz="1400" dirty="0" smtClean="0">
              <a:latin typeface="Arial" pitchFamily="34" charset="0"/>
              <a:cs typeface="Arial" pitchFamily="34" charset="0"/>
            </a:rPr>
            <a:t>Members discuss the Bill in detail, including any changes to the Bill. These changes are called ‘amendments’.</a:t>
          </a:r>
          <a:endParaRPr lang="en-AU" sz="1400" dirty="0">
            <a:latin typeface="Arial" pitchFamily="34" charset="0"/>
            <a:cs typeface="Arial" pitchFamily="34" charset="0"/>
          </a:endParaRPr>
        </a:p>
      </dgm:t>
    </dgm:pt>
    <dgm:pt modelId="{1922D16F-D69E-4C33-AE26-439455DF20B6}" type="parTrans" cxnId="{AD9E2341-87F2-4BBB-BCEB-C64EF648431F}">
      <dgm:prSet/>
      <dgm:spPr/>
      <dgm:t>
        <a:bodyPr/>
        <a:lstStyle/>
        <a:p>
          <a:endParaRPr lang="en-AU"/>
        </a:p>
      </dgm:t>
    </dgm:pt>
    <dgm:pt modelId="{086602C2-22F1-4865-9F38-CDFF24E102DB}" type="sibTrans" cxnId="{AD9E2341-87F2-4BBB-BCEB-C64EF648431F}">
      <dgm:prSet/>
      <dgm:spPr/>
      <dgm:t>
        <a:bodyPr/>
        <a:lstStyle/>
        <a:p>
          <a:endParaRPr lang="en-AU"/>
        </a:p>
      </dgm:t>
    </dgm:pt>
    <dgm:pt modelId="{44E48DA4-038B-4CF2-A98D-97F50CA28667}">
      <dgm:prSet phldrT="[Text]" custT="1"/>
      <dgm:spPr/>
      <dgm:t>
        <a:bodyPr/>
        <a:lstStyle/>
        <a:p>
          <a:r>
            <a:rPr lang="en-AU" sz="2000" b="1" dirty="0" smtClean="0">
              <a:latin typeface="Arial" pitchFamily="34" charset="0"/>
              <a:cs typeface="Arial" pitchFamily="34" charset="0"/>
            </a:rPr>
            <a:t>3rd reading</a:t>
          </a:r>
          <a:endParaRPr lang="en-AU" sz="2000" b="1" dirty="0">
            <a:latin typeface="Arial" pitchFamily="34" charset="0"/>
            <a:cs typeface="Arial" pitchFamily="34" charset="0"/>
          </a:endParaRPr>
        </a:p>
      </dgm:t>
    </dgm:pt>
    <dgm:pt modelId="{D19A28C3-3520-4E7A-8694-86BDFF9C9B04}" type="parTrans" cxnId="{84079D54-9423-47DB-91C5-77B56B33939F}">
      <dgm:prSet/>
      <dgm:spPr/>
      <dgm:t>
        <a:bodyPr/>
        <a:lstStyle/>
        <a:p>
          <a:endParaRPr lang="en-AU"/>
        </a:p>
      </dgm:t>
    </dgm:pt>
    <dgm:pt modelId="{390A28F1-D704-466C-A72F-280805EF7382}" type="sibTrans" cxnId="{84079D54-9423-47DB-91C5-77B56B33939F}">
      <dgm:prSet/>
      <dgm:spPr/>
      <dgm:t>
        <a:bodyPr/>
        <a:lstStyle/>
        <a:p>
          <a:endParaRPr lang="en-AU"/>
        </a:p>
      </dgm:t>
    </dgm:pt>
    <dgm:pt modelId="{AFDEA5BD-931C-4078-8DA1-DE34AA11C2AD}">
      <dgm:prSet phldrT="[Text]" custT="1"/>
      <dgm:spPr/>
      <dgm:t>
        <a:bodyPr/>
        <a:lstStyle/>
        <a:p>
          <a:r>
            <a:rPr lang="en-AU" sz="1400" dirty="0" smtClean="0">
              <a:latin typeface="Arial" pitchFamily="34" charset="0"/>
              <a:cs typeface="Arial" pitchFamily="34" charset="0"/>
            </a:rPr>
            <a:t>Members vote on the Bill in its final form.</a:t>
          </a:r>
          <a:endParaRPr lang="en-AU" sz="1400" dirty="0">
            <a:latin typeface="Arial" pitchFamily="34" charset="0"/>
            <a:cs typeface="Arial" pitchFamily="34" charset="0"/>
          </a:endParaRPr>
        </a:p>
      </dgm:t>
    </dgm:pt>
    <dgm:pt modelId="{0D278E0B-F6A0-4F21-B663-66D3F6334D11}" type="parTrans" cxnId="{F40674B9-5B28-4A99-B61E-8FE52E2B1B5D}">
      <dgm:prSet/>
      <dgm:spPr/>
      <dgm:t>
        <a:bodyPr/>
        <a:lstStyle/>
        <a:p>
          <a:endParaRPr lang="en-AU"/>
        </a:p>
      </dgm:t>
    </dgm:pt>
    <dgm:pt modelId="{B627CFA0-01BF-4428-8234-60F4A58D5347}" type="sibTrans" cxnId="{F40674B9-5B28-4A99-B61E-8FE52E2B1B5D}">
      <dgm:prSet/>
      <dgm:spPr/>
      <dgm:t>
        <a:bodyPr/>
        <a:lstStyle/>
        <a:p>
          <a:endParaRPr lang="en-AU"/>
        </a:p>
      </dgm:t>
    </dgm:pt>
    <dgm:pt modelId="{44EBE483-FE2A-401B-8951-820BFF76E7FE}">
      <dgm:prSet phldrT="[Text]" custT="1"/>
      <dgm:spPr/>
      <dgm:t>
        <a:bodyPr/>
        <a:lstStyle/>
        <a:p>
          <a:r>
            <a:rPr lang="en-AU" sz="2000" b="1" dirty="0" smtClean="0">
              <a:latin typeface="Arial" pitchFamily="34" charset="0"/>
              <a:cs typeface="Arial" pitchFamily="34" charset="0"/>
            </a:rPr>
            <a:t>Bill IS PASSED </a:t>
          </a:r>
          <a:r>
            <a:rPr lang="en-AU" sz="1800" b="0" dirty="0" smtClean="0">
              <a:latin typeface="Arial" pitchFamily="34" charset="0"/>
              <a:cs typeface="Arial" pitchFamily="34" charset="0"/>
            </a:rPr>
            <a:t>in the House of Representatives and sent to the Senate </a:t>
          </a:r>
          <a:endParaRPr lang="en-AU" sz="1800" b="0" dirty="0">
            <a:latin typeface="Arial" pitchFamily="34" charset="0"/>
            <a:cs typeface="Arial" pitchFamily="34" charset="0"/>
          </a:endParaRPr>
        </a:p>
      </dgm:t>
    </dgm:pt>
    <dgm:pt modelId="{F400878B-F331-4E99-8248-39DCB723FFBF}" type="parTrans" cxnId="{950D5A8D-37FE-43A8-A470-5ED7B6DA394C}">
      <dgm:prSet/>
      <dgm:spPr/>
      <dgm:t>
        <a:bodyPr/>
        <a:lstStyle/>
        <a:p>
          <a:endParaRPr lang="en-AU"/>
        </a:p>
      </dgm:t>
    </dgm:pt>
    <dgm:pt modelId="{C30D4781-9CFA-450E-88AA-D308394AEDA6}" type="sibTrans" cxnId="{950D5A8D-37FE-43A8-A470-5ED7B6DA394C}">
      <dgm:prSet/>
      <dgm:spPr/>
      <dgm:t>
        <a:bodyPr/>
        <a:lstStyle/>
        <a:p>
          <a:endParaRPr lang="en-AU"/>
        </a:p>
      </dgm:t>
    </dgm:pt>
    <dgm:pt modelId="{4BA89C8D-9D8A-4527-916E-5973FD964DF8}" type="pres">
      <dgm:prSet presAssocID="{DB615ACC-5E2B-4022-A717-04E33658C996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AU"/>
        </a:p>
      </dgm:t>
    </dgm:pt>
    <dgm:pt modelId="{0F7EA3D9-5AAC-414B-9A61-4C1989F3357D}" type="pres">
      <dgm:prSet presAssocID="{8D739913-F840-4770-879D-7ED6687D39ED}" presName="linNode" presStyleCnt="0"/>
      <dgm:spPr/>
    </dgm:pt>
    <dgm:pt modelId="{78E34BF9-3307-46FE-B5F5-4DF06CA722C9}" type="pres">
      <dgm:prSet presAssocID="{8D739913-F840-4770-879D-7ED6687D39ED}" presName="parentText" presStyleLbl="node1" presStyleIdx="0" presStyleCnt="6" custLinFactNeighborX="-356" custLinFactNeighborY="391">
        <dgm:presLayoutVars>
          <dgm:chMax val="1"/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E5B444E2-BF7E-4357-B8D4-0687628116BE}" type="pres">
      <dgm:prSet presAssocID="{8D739913-F840-4770-879D-7ED6687D39ED}" presName="descendantText" presStyleLbl="alignAccFollow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3DC97E20-A2D6-4A40-A36D-892A405F505B}" type="pres">
      <dgm:prSet presAssocID="{9AF8AA20-E3EC-4206-BE81-A4DB30AEC9CA}" presName="sp" presStyleCnt="0"/>
      <dgm:spPr/>
    </dgm:pt>
    <dgm:pt modelId="{DCFEC512-BEFA-4BE8-BC6D-3F7670D950A6}" type="pres">
      <dgm:prSet presAssocID="{1878304D-12D4-4B32-B000-80D8902F8227}" presName="linNode" presStyleCnt="0"/>
      <dgm:spPr/>
    </dgm:pt>
    <dgm:pt modelId="{A1A6877B-C9F8-4D3B-8F8E-1030D541398F}" type="pres">
      <dgm:prSet presAssocID="{1878304D-12D4-4B32-B000-80D8902F8227}" presName="parentText" presStyleLbl="node1" presStyleIdx="1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9CB3D07B-93BF-404B-8F94-08219D58378E}" type="pres">
      <dgm:prSet presAssocID="{1878304D-12D4-4B32-B000-80D8902F8227}" presName="descendantText" presStyleLbl="alignAccFollow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8D4153A5-3DAD-4DF9-8591-CF2EF02AFF90}" type="pres">
      <dgm:prSet presAssocID="{48DC0F53-99DA-4B37-B576-D0E0D0924A89}" presName="sp" presStyleCnt="0"/>
      <dgm:spPr/>
    </dgm:pt>
    <dgm:pt modelId="{B710954A-349A-4245-9A19-2006F6B5D816}" type="pres">
      <dgm:prSet presAssocID="{8A02A481-31EE-46B5-9A75-2AC5FFC19ADD}" presName="linNode" presStyleCnt="0"/>
      <dgm:spPr/>
    </dgm:pt>
    <dgm:pt modelId="{F2A8C23B-DE19-44B4-BD73-21445214A28D}" type="pres">
      <dgm:prSet presAssocID="{8A02A481-31EE-46B5-9A75-2AC5FFC19ADD}" presName="parentText" presStyleLbl="node1" presStyleIdx="2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2940792E-26AB-4F1C-8F02-7BA78E88AF36}" type="pres">
      <dgm:prSet presAssocID="{8A02A481-31EE-46B5-9A75-2AC5FFC19ADD}" presName="descendantText" presStyleLbl="alignAccFollow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F495F30D-D085-4FA8-AD6B-A38A0C78948A}" type="pres">
      <dgm:prSet presAssocID="{4013FC64-3A8B-401D-9962-64307F494FC7}" presName="sp" presStyleCnt="0"/>
      <dgm:spPr/>
    </dgm:pt>
    <dgm:pt modelId="{F08DAE77-1875-419E-AB9A-2C60911C95A4}" type="pres">
      <dgm:prSet presAssocID="{8FCDC979-CB3B-48E7-A752-24D982C8EA6D}" presName="linNode" presStyleCnt="0"/>
      <dgm:spPr/>
    </dgm:pt>
    <dgm:pt modelId="{363C2995-6B7D-41B3-BB47-EFD75910BE2F}" type="pres">
      <dgm:prSet presAssocID="{8FCDC979-CB3B-48E7-A752-24D982C8EA6D}" presName="parentText" presStyleLbl="node1" presStyleIdx="3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C1B9D18C-767C-44F8-B59A-79709727C1D2}" type="pres">
      <dgm:prSet presAssocID="{8FCDC979-CB3B-48E7-A752-24D982C8EA6D}" presName="descendantText" presStyleLbl="alignAccFollow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328762E4-3781-476A-BD61-8D40B11A8A1F}" type="pres">
      <dgm:prSet presAssocID="{90995F2E-43AC-4759-A710-9534E5C60A83}" presName="sp" presStyleCnt="0"/>
      <dgm:spPr/>
    </dgm:pt>
    <dgm:pt modelId="{56257D60-C54F-4949-A03E-C4D37937CBE9}" type="pres">
      <dgm:prSet presAssocID="{44E48DA4-038B-4CF2-A98D-97F50CA28667}" presName="linNode" presStyleCnt="0"/>
      <dgm:spPr/>
    </dgm:pt>
    <dgm:pt modelId="{60B3F778-FFF2-4FBE-BCA1-5457D6D89F89}" type="pres">
      <dgm:prSet presAssocID="{44E48DA4-038B-4CF2-A98D-97F50CA28667}" presName="parentText" presStyleLbl="node1" presStyleIdx="4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AAB85BE0-8FCE-47A8-B27C-1636E0C9E713}" type="pres">
      <dgm:prSet presAssocID="{44E48DA4-038B-4CF2-A98D-97F50CA28667}" presName="descendantText" presStyleLbl="alignAccFollow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6470A0C2-B09D-4FB5-A042-BB31EDF886A0}" type="pres">
      <dgm:prSet presAssocID="{390A28F1-D704-466C-A72F-280805EF7382}" presName="sp" presStyleCnt="0"/>
      <dgm:spPr/>
    </dgm:pt>
    <dgm:pt modelId="{819B288D-7891-44B0-A40B-762A0C8498E5}" type="pres">
      <dgm:prSet presAssocID="{44EBE483-FE2A-401B-8951-820BFF76E7FE}" presName="linNode" presStyleCnt="0"/>
      <dgm:spPr/>
    </dgm:pt>
    <dgm:pt modelId="{B65E11E8-FEA0-49B8-BB85-C17ED78FE316}" type="pres">
      <dgm:prSet presAssocID="{44EBE483-FE2A-401B-8951-820BFF76E7FE}" presName="parentText" presStyleLbl="node1" presStyleIdx="5" presStyleCnt="6" custScaleX="277778">
        <dgm:presLayoutVars>
          <dgm:chMax val="1"/>
          <dgm:bulletEnabled val="1"/>
        </dgm:presLayoutVars>
      </dgm:prSet>
      <dgm:spPr/>
      <dgm:t>
        <a:bodyPr/>
        <a:lstStyle/>
        <a:p>
          <a:endParaRPr lang="en-AU"/>
        </a:p>
      </dgm:t>
    </dgm:pt>
  </dgm:ptLst>
  <dgm:cxnLst>
    <dgm:cxn modelId="{D2E44AD6-A17A-4D72-8F07-7E2344F1B0EC}" srcId="{1878304D-12D4-4B32-B000-80D8902F8227}" destId="{38230851-70B7-4BD3-9041-6ED359B8BC12}" srcOrd="0" destOrd="0" parTransId="{ED5E129D-5336-40DD-A1B9-57DEE19C1140}" sibTransId="{64F6BB0F-B609-47AF-813A-39EF1696C8F6}"/>
    <dgm:cxn modelId="{24D6C208-6E32-4E51-AC96-985951DB23AC}" type="presOf" srcId="{72CA442E-B8D6-4442-98BF-7E445C623146}" destId="{2940792E-26AB-4F1C-8F02-7BA78E88AF36}" srcOrd="0" destOrd="0" presId="urn:microsoft.com/office/officeart/2005/8/layout/vList5"/>
    <dgm:cxn modelId="{6C9D3D14-BA28-4472-8BB1-FD509CEC1623}" type="presOf" srcId="{1878304D-12D4-4B32-B000-80D8902F8227}" destId="{A1A6877B-C9F8-4D3B-8F8E-1030D541398F}" srcOrd="0" destOrd="0" presId="urn:microsoft.com/office/officeart/2005/8/layout/vList5"/>
    <dgm:cxn modelId="{A987A79D-8589-433E-8DF0-887CFA9995CE}" type="presOf" srcId="{8FCDC979-CB3B-48E7-A752-24D982C8EA6D}" destId="{363C2995-6B7D-41B3-BB47-EFD75910BE2F}" srcOrd="0" destOrd="0" presId="urn:microsoft.com/office/officeart/2005/8/layout/vList5"/>
    <dgm:cxn modelId="{894D9723-0579-4357-9326-13C96FAC3ECC}" type="presOf" srcId="{8D739913-F840-4770-879D-7ED6687D39ED}" destId="{78E34BF9-3307-46FE-B5F5-4DF06CA722C9}" srcOrd="0" destOrd="0" presId="urn:microsoft.com/office/officeart/2005/8/layout/vList5"/>
    <dgm:cxn modelId="{AD9E2341-87F2-4BBB-BCEB-C64EF648431F}" srcId="{8FCDC979-CB3B-48E7-A752-24D982C8EA6D}" destId="{2F925AD0-BA37-4504-A57C-2E5354271475}" srcOrd="0" destOrd="0" parTransId="{1922D16F-D69E-4C33-AE26-439455DF20B6}" sibTransId="{086602C2-22F1-4865-9F38-CDFF24E102DB}"/>
    <dgm:cxn modelId="{15078DAB-011D-4F6F-AE5E-28B2392E57C7}" type="presOf" srcId="{38230851-70B7-4BD3-9041-6ED359B8BC12}" destId="{9CB3D07B-93BF-404B-8F94-08219D58378E}" srcOrd="0" destOrd="0" presId="urn:microsoft.com/office/officeart/2005/8/layout/vList5"/>
    <dgm:cxn modelId="{34E6A744-7A0C-4B7F-9740-F1526BF0FFE0}" type="presOf" srcId="{DB615ACC-5E2B-4022-A717-04E33658C996}" destId="{4BA89C8D-9D8A-4527-916E-5973FD964DF8}" srcOrd="0" destOrd="0" presId="urn:microsoft.com/office/officeart/2005/8/layout/vList5"/>
    <dgm:cxn modelId="{84079D54-9423-47DB-91C5-77B56B33939F}" srcId="{DB615ACC-5E2B-4022-A717-04E33658C996}" destId="{44E48DA4-038B-4CF2-A98D-97F50CA28667}" srcOrd="4" destOrd="0" parTransId="{D19A28C3-3520-4E7A-8694-86BDFF9C9B04}" sibTransId="{390A28F1-D704-466C-A72F-280805EF7382}"/>
    <dgm:cxn modelId="{B9A90317-5111-4DCD-A0A0-233A16B1B5C9}" srcId="{DB615ACC-5E2B-4022-A717-04E33658C996}" destId="{8FCDC979-CB3B-48E7-A752-24D982C8EA6D}" srcOrd="3" destOrd="0" parTransId="{65BA4522-F372-4A71-9126-22E07FB874C0}" sibTransId="{90995F2E-43AC-4759-A710-9534E5C60A83}"/>
    <dgm:cxn modelId="{F40674B9-5B28-4A99-B61E-8FE52E2B1B5D}" srcId="{44E48DA4-038B-4CF2-A98D-97F50CA28667}" destId="{AFDEA5BD-931C-4078-8DA1-DE34AA11C2AD}" srcOrd="0" destOrd="0" parTransId="{0D278E0B-F6A0-4F21-B663-66D3F6334D11}" sibTransId="{B627CFA0-01BF-4428-8234-60F4A58D5347}"/>
    <dgm:cxn modelId="{ECD84081-0443-46FE-9D86-7FD1189DB029}" srcId="{DB615ACC-5E2B-4022-A717-04E33658C996}" destId="{8D739913-F840-4770-879D-7ED6687D39ED}" srcOrd="0" destOrd="0" parTransId="{E7B5E138-A78D-4EB4-8594-B639B7031885}" sibTransId="{9AF8AA20-E3EC-4206-BE81-A4DB30AEC9CA}"/>
    <dgm:cxn modelId="{C28A661E-7B1C-4EC6-ABA9-18E16C2CD875}" type="presOf" srcId="{AFDEA5BD-931C-4078-8DA1-DE34AA11C2AD}" destId="{AAB85BE0-8FCE-47A8-B27C-1636E0C9E713}" srcOrd="0" destOrd="0" presId="urn:microsoft.com/office/officeart/2005/8/layout/vList5"/>
    <dgm:cxn modelId="{62CE7F01-31E5-4C41-9FC5-DE54959D2278}" type="presOf" srcId="{2F925AD0-BA37-4504-A57C-2E5354271475}" destId="{C1B9D18C-767C-44F8-B59A-79709727C1D2}" srcOrd="0" destOrd="0" presId="urn:microsoft.com/office/officeart/2005/8/layout/vList5"/>
    <dgm:cxn modelId="{5269F27C-8FC3-4834-9059-A743F64DB9E2}" type="presOf" srcId="{44E48DA4-038B-4CF2-A98D-97F50CA28667}" destId="{60B3F778-FFF2-4FBE-BCA1-5457D6D89F89}" srcOrd="0" destOrd="0" presId="urn:microsoft.com/office/officeart/2005/8/layout/vList5"/>
    <dgm:cxn modelId="{ABB677EB-3607-454F-AB90-7A559186AF3C}" srcId="{8A02A481-31EE-46B5-9A75-2AC5FFC19ADD}" destId="{72CA442E-B8D6-4442-98BF-7E445C623146}" srcOrd="0" destOrd="0" parTransId="{C7D94C34-F946-4CEE-A978-BE5F42ED2165}" sibTransId="{000EA142-1CF3-4DB3-866B-C8B6F93967E8}"/>
    <dgm:cxn modelId="{950D5A8D-37FE-43A8-A470-5ED7B6DA394C}" srcId="{DB615ACC-5E2B-4022-A717-04E33658C996}" destId="{44EBE483-FE2A-401B-8951-820BFF76E7FE}" srcOrd="5" destOrd="0" parTransId="{F400878B-F331-4E99-8248-39DCB723FFBF}" sibTransId="{C30D4781-9CFA-450E-88AA-D308394AEDA6}"/>
    <dgm:cxn modelId="{8D41570D-4233-46A4-9B54-4F86BC719C37}" srcId="{DB615ACC-5E2B-4022-A717-04E33658C996}" destId="{8A02A481-31EE-46B5-9A75-2AC5FFC19ADD}" srcOrd="2" destOrd="0" parTransId="{2BE63884-C495-44A5-8768-A6CA44750F40}" sibTransId="{4013FC64-3A8B-401D-9962-64307F494FC7}"/>
    <dgm:cxn modelId="{67A0C649-182B-49CB-AB9D-AFA10644D371}" type="presOf" srcId="{8A02A481-31EE-46B5-9A75-2AC5FFC19ADD}" destId="{F2A8C23B-DE19-44B4-BD73-21445214A28D}" srcOrd="0" destOrd="0" presId="urn:microsoft.com/office/officeart/2005/8/layout/vList5"/>
    <dgm:cxn modelId="{348724D0-C9AA-4C17-BF83-41206E0CBF88}" srcId="{DB615ACC-5E2B-4022-A717-04E33658C996}" destId="{1878304D-12D4-4B32-B000-80D8902F8227}" srcOrd="1" destOrd="0" parTransId="{B9FA5B89-E113-4E04-969D-128A6C96DC02}" sibTransId="{48DC0F53-99DA-4B37-B576-D0E0D0924A89}"/>
    <dgm:cxn modelId="{39908CFA-6DA4-41E7-8C3D-BB8EF5365366}" type="presOf" srcId="{7363F659-41AE-4809-9858-A60006FC85E6}" destId="{E5B444E2-BF7E-4357-B8D4-0687628116BE}" srcOrd="0" destOrd="0" presId="urn:microsoft.com/office/officeart/2005/8/layout/vList5"/>
    <dgm:cxn modelId="{B98A44C8-C419-4B93-8B7A-06C133D080D6}" type="presOf" srcId="{44EBE483-FE2A-401B-8951-820BFF76E7FE}" destId="{B65E11E8-FEA0-49B8-BB85-C17ED78FE316}" srcOrd="0" destOrd="0" presId="urn:microsoft.com/office/officeart/2005/8/layout/vList5"/>
    <dgm:cxn modelId="{F91F15FB-10B8-42B5-833C-C167806929A1}" srcId="{8D739913-F840-4770-879D-7ED6687D39ED}" destId="{7363F659-41AE-4809-9858-A60006FC85E6}" srcOrd="0" destOrd="0" parTransId="{908CAE44-CA26-443B-B7A6-E2B52C2044B0}" sibTransId="{1889D67F-DA96-429D-906D-667091E142C8}"/>
    <dgm:cxn modelId="{B850156B-BDF9-4021-BD71-109E3E80AC7A}" type="presParOf" srcId="{4BA89C8D-9D8A-4527-916E-5973FD964DF8}" destId="{0F7EA3D9-5AAC-414B-9A61-4C1989F3357D}" srcOrd="0" destOrd="0" presId="urn:microsoft.com/office/officeart/2005/8/layout/vList5"/>
    <dgm:cxn modelId="{DA0024FE-116C-4531-9462-0C7003A23F23}" type="presParOf" srcId="{0F7EA3D9-5AAC-414B-9A61-4C1989F3357D}" destId="{78E34BF9-3307-46FE-B5F5-4DF06CA722C9}" srcOrd="0" destOrd="0" presId="urn:microsoft.com/office/officeart/2005/8/layout/vList5"/>
    <dgm:cxn modelId="{3E9F368E-9B47-417C-9984-9CFEA4FB641D}" type="presParOf" srcId="{0F7EA3D9-5AAC-414B-9A61-4C1989F3357D}" destId="{E5B444E2-BF7E-4357-B8D4-0687628116BE}" srcOrd="1" destOrd="0" presId="urn:microsoft.com/office/officeart/2005/8/layout/vList5"/>
    <dgm:cxn modelId="{08BC4ABC-F88C-4C9F-B72E-B5667E2AB394}" type="presParOf" srcId="{4BA89C8D-9D8A-4527-916E-5973FD964DF8}" destId="{3DC97E20-A2D6-4A40-A36D-892A405F505B}" srcOrd="1" destOrd="0" presId="urn:microsoft.com/office/officeart/2005/8/layout/vList5"/>
    <dgm:cxn modelId="{91D75833-ABCA-4FFC-AFB4-D6D9A65D189C}" type="presParOf" srcId="{4BA89C8D-9D8A-4527-916E-5973FD964DF8}" destId="{DCFEC512-BEFA-4BE8-BC6D-3F7670D950A6}" srcOrd="2" destOrd="0" presId="urn:microsoft.com/office/officeart/2005/8/layout/vList5"/>
    <dgm:cxn modelId="{A3D45577-DA2B-4BE2-8C7A-619AB7BDBD41}" type="presParOf" srcId="{DCFEC512-BEFA-4BE8-BC6D-3F7670D950A6}" destId="{A1A6877B-C9F8-4D3B-8F8E-1030D541398F}" srcOrd="0" destOrd="0" presId="urn:microsoft.com/office/officeart/2005/8/layout/vList5"/>
    <dgm:cxn modelId="{5EA4ECA8-0089-4CE0-A829-92686D26CD7F}" type="presParOf" srcId="{DCFEC512-BEFA-4BE8-BC6D-3F7670D950A6}" destId="{9CB3D07B-93BF-404B-8F94-08219D58378E}" srcOrd="1" destOrd="0" presId="urn:microsoft.com/office/officeart/2005/8/layout/vList5"/>
    <dgm:cxn modelId="{5BAAABAC-9F8A-4BDA-820C-7FE252C22340}" type="presParOf" srcId="{4BA89C8D-9D8A-4527-916E-5973FD964DF8}" destId="{8D4153A5-3DAD-4DF9-8591-CF2EF02AFF90}" srcOrd="3" destOrd="0" presId="urn:microsoft.com/office/officeart/2005/8/layout/vList5"/>
    <dgm:cxn modelId="{F88CCCD6-490B-4D1C-A9F3-D161CE25FC91}" type="presParOf" srcId="{4BA89C8D-9D8A-4527-916E-5973FD964DF8}" destId="{B710954A-349A-4245-9A19-2006F6B5D816}" srcOrd="4" destOrd="0" presId="urn:microsoft.com/office/officeart/2005/8/layout/vList5"/>
    <dgm:cxn modelId="{01233179-30BC-4F48-A1E6-6878D0A4F901}" type="presParOf" srcId="{B710954A-349A-4245-9A19-2006F6B5D816}" destId="{F2A8C23B-DE19-44B4-BD73-21445214A28D}" srcOrd="0" destOrd="0" presId="urn:microsoft.com/office/officeart/2005/8/layout/vList5"/>
    <dgm:cxn modelId="{2DDCF652-24EF-4677-A207-75C5AA7735D7}" type="presParOf" srcId="{B710954A-349A-4245-9A19-2006F6B5D816}" destId="{2940792E-26AB-4F1C-8F02-7BA78E88AF36}" srcOrd="1" destOrd="0" presId="urn:microsoft.com/office/officeart/2005/8/layout/vList5"/>
    <dgm:cxn modelId="{9D032CA3-0B4D-4F1F-9D22-C9D8092D2CC8}" type="presParOf" srcId="{4BA89C8D-9D8A-4527-916E-5973FD964DF8}" destId="{F495F30D-D085-4FA8-AD6B-A38A0C78948A}" srcOrd="5" destOrd="0" presId="urn:microsoft.com/office/officeart/2005/8/layout/vList5"/>
    <dgm:cxn modelId="{E5665B01-312A-4B0B-9F98-FC4EC06ED2CA}" type="presParOf" srcId="{4BA89C8D-9D8A-4527-916E-5973FD964DF8}" destId="{F08DAE77-1875-419E-AB9A-2C60911C95A4}" srcOrd="6" destOrd="0" presId="urn:microsoft.com/office/officeart/2005/8/layout/vList5"/>
    <dgm:cxn modelId="{22C0D237-647A-465D-A08B-14E306CE3050}" type="presParOf" srcId="{F08DAE77-1875-419E-AB9A-2C60911C95A4}" destId="{363C2995-6B7D-41B3-BB47-EFD75910BE2F}" srcOrd="0" destOrd="0" presId="urn:microsoft.com/office/officeart/2005/8/layout/vList5"/>
    <dgm:cxn modelId="{1D79DE13-83BC-45E5-918D-76AD87258EFC}" type="presParOf" srcId="{F08DAE77-1875-419E-AB9A-2C60911C95A4}" destId="{C1B9D18C-767C-44F8-B59A-79709727C1D2}" srcOrd="1" destOrd="0" presId="urn:microsoft.com/office/officeart/2005/8/layout/vList5"/>
    <dgm:cxn modelId="{265C8B0C-0C16-40B9-A8CD-1C32DC08B7CB}" type="presParOf" srcId="{4BA89C8D-9D8A-4527-916E-5973FD964DF8}" destId="{328762E4-3781-476A-BD61-8D40B11A8A1F}" srcOrd="7" destOrd="0" presId="urn:microsoft.com/office/officeart/2005/8/layout/vList5"/>
    <dgm:cxn modelId="{D7B8D728-17A8-45A0-87C8-4B290DF250E5}" type="presParOf" srcId="{4BA89C8D-9D8A-4527-916E-5973FD964DF8}" destId="{56257D60-C54F-4949-A03E-C4D37937CBE9}" srcOrd="8" destOrd="0" presId="urn:microsoft.com/office/officeart/2005/8/layout/vList5"/>
    <dgm:cxn modelId="{348E2035-D6FB-4652-AC52-94D4EFD35F15}" type="presParOf" srcId="{56257D60-C54F-4949-A03E-C4D37937CBE9}" destId="{60B3F778-FFF2-4FBE-BCA1-5457D6D89F89}" srcOrd="0" destOrd="0" presId="urn:microsoft.com/office/officeart/2005/8/layout/vList5"/>
    <dgm:cxn modelId="{A72FF9F1-05EB-4A3E-9AAD-18CA0ADDE59A}" type="presParOf" srcId="{56257D60-C54F-4949-A03E-C4D37937CBE9}" destId="{AAB85BE0-8FCE-47A8-B27C-1636E0C9E713}" srcOrd="1" destOrd="0" presId="urn:microsoft.com/office/officeart/2005/8/layout/vList5"/>
    <dgm:cxn modelId="{0148CE5A-0029-4C77-99F7-E28B14C94860}" type="presParOf" srcId="{4BA89C8D-9D8A-4527-916E-5973FD964DF8}" destId="{6470A0C2-B09D-4FB5-A042-BB31EDF886A0}" srcOrd="9" destOrd="0" presId="urn:microsoft.com/office/officeart/2005/8/layout/vList5"/>
    <dgm:cxn modelId="{9684F54C-9BB4-4A77-B961-02D2B7FA0CCF}" type="presParOf" srcId="{4BA89C8D-9D8A-4527-916E-5973FD964DF8}" destId="{819B288D-7891-44B0-A40B-762A0C8498E5}" srcOrd="10" destOrd="0" presId="urn:microsoft.com/office/officeart/2005/8/layout/vList5"/>
    <dgm:cxn modelId="{85008398-B78B-42E8-A51F-E74E6CA76386}" type="presParOf" srcId="{819B288D-7891-44B0-A40B-762A0C8498E5}" destId="{B65E11E8-FEA0-49B8-BB85-C17ED78FE316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B615ACC-5E2B-4022-A717-04E33658C996}" type="doc">
      <dgm:prSet loTypeId="urn:microsoft.com/office/officeart/2005/8/layout/vList5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AU"/>
        </a:p>
      </dgm:t>
    </dgm:pt>
    <dgm:pt modelId="{8D739913-F840-4770-879D-7ED6687D39ED}">
      <dgm:prSet phldrT="[Text]" custT="1"/>
      <dgm:spPr/>
      <dgm:t>
        <a:bodyPr/>
        <a:lstStyle/>
        <a:p>
          <a:r>
            <a:rPr lang="en-AU" sz="2000" b="1" dirty="0" smtClean="0">
              <a:latin typeface="Arial" pitchFamily="34" charset="0"/>
              <a:cs typeface="Arial" pitchFamily="34" charset="0"/>
            </a:rPr>
            <a:t>1st reading</a:t>
          </a:r>
          <a:endParaRPr lang="en-AU" sz="2000" b="1" dirty="0">
            <a:latin typeface="Arial" pitchFamily="34" charset="0"/>
            <a:cs typeface="Arial" pitchFamily="34" charset="0"/>
          </a:endParaRPr>
        </a:p>
      </dgm:t>
    </dgm:pt>
    <dgm:pt modelId="{E7B5E138-A78D-4EB4-8594-B639B7031885}" type="parTrans" cxnId="{ECD84081-0443-46FE-9D86-7FD1189DB029}">
      <dgm:prSet/>
      <dgm:spPr/>
      <dgm:t>
        <a:bodyPr/>
        <a:lstStyle/>
        <a:p>
          <a:endParaRPr lang="en-AU"/>
        </a:p>
      </dgm:t>
    </dgm:pt>
    <dgm:pt modelId="{9AF8AA20-E3EC-4206-BE81-A4DB30AEC9CA}" type="sibTrans" cxnId="{ECD84081-0443-46FE-9D86-7FD1189DB029}">
      <dgm:prSet/>
      <dgm:spPr/>
      <dgm:t>
        <a:bodyPr/>
        <a:lstStyle/>
        <a:p>
          <a:endParaRPr lang="en-AU"/>
        </a:p>
      </dgm:t>
    </dgm:pt>
    <dgm:pt modelId="{7363F659-41AE-4809-9858-A60006FC85E6}">
      <dgm:prSet phldrT="[Text]" custT="1"/>
      <dgm:spPr/>
      <dgm:t>
        <a:bodyPr/>
        <a:lstStyle/>
        <a:p>
          <a:r>
            <a:rPr lang="en-AU" sz="1400" dirty="0" smtClean="0">
              <a:latin typeface="Arial" pitchFamily="34" charset="0"/>
              <a:cs typeface="Arial" pitchFamily="34" charset="0"/>
            </a:rPr>
            <a:t>The Bill is introduced to the Senate.</a:t>
          </a:r>
          <a:endParaRPr lang="en-AU" sz="1400" b="0" dirty="0">
            <a:latin typeface="Arial" pitchFamily="34" charset="0"/>
            <a:cs typeface="Arial" pitchFamily="34" charset="0"/>
          </a:endParaRPr>
        </a:p>
      </dgm:t>
    </dgm:pt>
    <dgm:pt modelId="{908CAE44-CA26-443B-B7A6-E2B52C2044B0}" type="parTrans" cxnId="{F91F15FB-10B8-42B5-833C-C167806929A1}">
      <dgm:prSet/>
      <dgm:spPr/>
      <dgm:t>
        <a:bodyPr/>
        <a:lstStyle/>
        <a:p>
          <a:endParaRPr lang="en-AU"/>
        </a:p>
      </dgm:t>
    </dgm:pt>
    <dgm:pt modelId="{1889D67F-DA96-429D-906D-667091E142C8}" type="sibTrans" cxnId="{F91F15FB-10B8-42B5-833C-C167806929A1}">
      <dgm:prSet/>
      <dgm:spPr/>
      <dgm:t>
        <a:bodyPr/>
        <a:lstStyle/>
        <a:p>
          <a:endParaRPr lang="en-AU"/>
        </a:p>
      </dgm:t>
    </dgm:pt>
    <dgm:pt modelId="{1878304D-12D4-4B32-B000-80D8902F8227}">
      <dgm:prSet phldrT="[Text]" custT="1"/>
      <dgm:spPr/>
      <dgm:t>
        <a:bodyPr/>
        <a:lstStyle/>
        <a:p>
          <a:r>
            <a:rPr lang="en-AU" sz="2000" b="1" dirty="0" smtClean="0">
              <a:latin typeface="Arial" pitchFamily="34" charset="0"/>
              <a:cs typeface="Arial" pitchFamily="34" charset="0"/>
            </a:rPr>
            <a:t>2nd reading</a:t>
          </a:r>
          <a:endParaRPr lang="en-AU" sz="2000" b="1" dirty="0">
            <a:latin typeface="Arial" pitchFamily="34" charset="0"/>
            <a:cs typeface="Arial" pitchFamily="34" charset="0"/>
          </a:endParaRPr>
        </a:p>
      </dgm:t>
    </dgm:pt>
    <dgm:pt modelId="{B9FA5B89-E113-4E04-969D-128A6C96DC02}" type="parTrans" cxnId="{348724D0-C9AA-4C17-BF83-41206E0CBF88}">
      <dgm:prSet/>
      <dgm:spPr/>
      <dgm:t>
        <a:bodyPr/>
        <a:lstStyle/>
        <a:p>
          <a:endParaRPr lang="en-AU"/>
        </a:p>
      </dgm:t>
    </dgm:pt>
    <dgm:pt modelId="{48DC0F53-99DA-4B37-B576-D0E0D0924A89}" type="sibTrans" cxnId="{348724D0-C9AA-4C17-BF83-41206E0CBF88}">
      <dgm:prSet/>
      <dgm:spPr/>
      <dgm:t>
        <a:bodyPr/>
        <a:lstStyle/>
        <a:p>
          <a:endParaRPr lang="en-AU"/>
        </a:p>
      </dgm:t>
    </dgm:pt>
    <dgm:pt modelId="{38230851-70B7-4BD3-9041-6ED359B8BC12}">
      <dgm:prSet phldrT="[Text]" custT="1"/>
      <dgm:spPr/>
      <dgm:t>
        <a:bodyPr/>
        <a:lstStyle/>
        <a:p>
          <a:r>
            <a:rPr lang="en-AU" sz="1400" dirty="0" smtClean="0">
              <a:latin typeface="Arial" pitchFamily="34" charset="0"/>
              <a:cs typeface="Arial" pitchFamily="34" charset="0"/>
            </a:rPr>
            <a:t>Senators debate and vote on the main ideas of the Bill.</a:t>
          </a:r>
          <a:endParaRPr lang="en-AU" sz="1400" dirty="0">
            <a:latin typeface="Arial" pitchFamily="34" charset="0"/>
            <a:cs typeface="Arial" pitchFamily="34" charset="0"/>
          </a:endParaRPr>
        </a:p>
      </dgm:t>
    </dgm:pt>
    <dgm:pt modelId="{ED5E129D-5336-40DD-A1B9-57DEE19C1140}" type="parTrans" cxnId="{D2E44AD6-A17A-4D72-8F07-7E2344F1B0EC}">
      <dgm:prSet/>
      <dgm:spPr/>
      <dgm:t>
        <a:bodyPr/>
        <a:lstStyle/>
        <a:p>
          <a:endParaRPr lang="en-AU"/>
        </a:p>
      </dgm:t>
    </dgm:pt>
    <dgm:pt modelId="{64F6BB0F-B609-47AF-813A-39EF1696C8F6}" type="sibTrans" cxnId="{D2E44AD6-A17A-4D72-8F07-7E2344F1B0EC}">
      <dgm:prSet/>
      <dgm:spPr/>
      <dgm:t>
        <a:bodyPr/>
        <a:lstStyle/>
        <a:p>
          <a:endParaRPr lang="en-AU"/>
        </a:p>
      </dgm:t>
    </dgm:pt>
    <dgm:pt modelId="{8A02A481-31EE-46B5-9A75-2AC5FFC19ADD}">
      <dgm:prSet phldrT="[Text]" custT="1"/>
      <dgm:spPr/>
      <dgm:t>
        <a:bodyPr/>
        <a:lstStyle/>
        <a:p>
          <a:r>
            <a:rPr lang="en-AU" sz="2000" b="1" dirty="0" smtClean="0">
              <a:latin typeface="Arial" pitchFamily="34" charset="0"/>
              <a:cs typeface="Arial" pitchFamily="34" charset="0"/>
            </a:rPr>
            <a:t>Senate committee</a:t>
          </a:r>
          <a:endParaRPr lang="en-AU" sz="2000" b="1" dirty="0">
            <a:latin typeface="Arial" pitchFamily="34" charset="0"/>
            <a:cs typeface="Arial" pitchFamily="34" charset="0"/>
          </a:endParaRPr>
        </a:p>
      </dgm:t>
    </dgm:pt>
    <dgm:pt modelId="{2BE63884-C495-44A5-8768-A6CA44750F40}" type="parTrans" cxnId="{8D41570D-4233-46A4-9B54-4F86BC719C37}">
      <dgm:prSet/>
      <dgm:spPr/>
      <dgm:t>
        <a:bodyPr/>
        <a:lstStyle/>
        <a:p>
          <a:endParaRPr lang="en-AU"/>
        </a:p>
      </dgm:t>
    </dgm:pt>
    <dgm:pt modelId="{4013FC64-3A8B-401D-9962-64307F494FC7}" type="sibTrans" cxnId="{8D41570D-4233-46A4-9B54-4F86BC719C37}">
      <dgm:prSet/>
      <dgm:spPr/>
      <dgm:t>
        <a:bodyPr/>
        <a:lstStyle/>
        <a:p>
          <a:endParaRPr lang="en-AU"/>
        </a:p>
      </dgm:t>
    </dgm:pt>
    <dgm:pt modelId="{72CA442E-B8D6-4442-98BF-7E445C623146}">
      <dgm:prSet phldrT="[Text]" custT="1"/>
      <dgm:spPr/>
      <dgm:t>
        <a:bodyPr/>
        <a:lstStyle/>
        <a:p>
          <a:r>
            <a:rPr lang="en-AU" sz="1400" dirty="0" smtClean="0">
              <a:latin typeface="Arial" pitchFamily="34" charset="0"/>
              <a:cs typeface="Arial" pitchFamily="34" charset="0"/>
            </a:rPr>
            <a:t>Public inquiry into the Bill and reporting back to the house.</a:t>
          </a:r>
          <a:endParaRPr lang="en-AU" sz="1400" dirty="0">
            <a:latin typeface="Arial" pitchFamily="34" charset="0"/>
            <a:cs typeface="Arial" pitchFamily="34" charset="0"/>
          </a:endParaRPr>
        </a:p>
      </dgm:t>
    </dgm:pt>
    <dgm:pt modelId="{C7D94C34-F946-4CEE-A978-BE5F42ED2165}" type="parTrans" cxnId="{ABB677EB-3607-454F-AB90-7A559186AF3C}">
      <dgm:prSet/>
      <dgm:spPr/>
      <dgm:t>
        <a:bodyPr/>
        <a:lstStyle/>
        <a:p>
          <a:endParaRPr lang="en-AU"/>
        </a:p>
      </dgm:t>
    </dgm:pt>
    <dgm:pt modelId="{000EA142-1CF3-4DB3-866B-C8B6F93967E8}" type="sibTrans" cxnId="{ABB677EB-3607-454F-AB90-7A559186AF3C}">
      <dgm:prSet/>
      <dgm:spPr/>
      <dgm:t>
        <a:bodyPr/>
        <a:lstStyle/>
        <a:p>
          <a:endParaRPr lang="en-AU"/>
        </a:p>
      </dgm:t>
    </dgm:pt>
    <dgm:pt modelId="{8FCDC979-CB3B-48E7-A752-24D982C8EA6D}">
      <dgm:prSet phldrT="[Text]" custT="1"/>
      <dgm:spPr/>
      <dgm:t>
        <a:bodyPr/>
        <a:lstStyle/>
        <a:p>
          <a:r>
            <a:rPr lang="en-AU" sz="1700" b="1" dirty="0" smtClean="0">
              <a:latin typeface="Arial" pitchFamily="34" charset="0"/>
              <a:cs typeface="Arial" pitchFamily="34" charset="0"/>
            </a:rPr>
            <a:t>Consideration of the whole</a:t>
          </a:r>
          <a:endParaRPr lang="en-AU" sz="1700" dirty="0">
            <a:latin typeface="Arial" pitchFamily="34" charset="0"/>
            <a:cs typeface="Arial" pitchFamily="34" charset="0"/>
          </a:endParaRPr>
        </a:p>
      </dgm:t>
    </dgm:pt>
    <dgm:pt modelId="{65BA4522-F372-4A71-9126-22E07FB874C0}" type="parTrans" cxnId="{B9A90317-5111-4DCD-A0A0-233A16B1B5C9}">
      <dgm:prSet/>
      <dgm:spPr/>
      <dgm:t>
        <a:bodyPr/>
        <a:lstStyle/>
        <a:p>
          <a:endParaRPr lang="en-AU"/>
        </a:p>
      </dgm:t>
    </dgm:pt>
    <dgm:pt modelId="{90995F2E-43AC-4759-A710-9534E5C60A83}" type="sibTrans" cxnId="{B9A90317-5111-4DCD-A0A0-233A16B1B5C9}">
      <dgm:prSet/>
      <dgm:spPr/>
      <dgm:t>
        <a:bodyPr/>
        <a:lstStyle/>
        <a:p>
          <a:endParaRPr lang="en-AU"/>
        </a:p>
      </dgm:t>
    </dgm:pt>
    <dgm:pt modelId="{2F925AD0-BA37-4504-A57C-2E5354271475}">
      <dgm:prSet phldrT="[Text]" custT="1"/>
      <dgm:spPr/>
      <dgm:t>
        <a:bodyPr/>
        <a:lstStyle/>
        <a:p>
          <a:r>
            <a:rPr lang="en-AU" sz="1400" dirty="0" smtClean="0">
              <a:latin typeface="Arial" pitchFamily="34" charset="0"/>
              <a:cs typeface="Arial" pitchFamily="34" charset="0"/>
            </a:rPr>
            <a:t>Senators discuss the Bill in detail, including any changes to the Bill. These changes are called ‘amendments’.</a:t>
          </a:r>
          <a:endParaRPr lang="en-AU" sz="1400" dirty="0">
            <a:latin typeface="Arial" pitchFamily="34" charset="0"/>
            <a:cs typeface="Arial" pitchFamily="34" charset="0"/>
          </a:endParaRPr>
        </a:p>
      </dgm:t>
    </dgm:pt>
    <dgm:pt modelId="{1922D16F-D69E-4C33-AE26-439455DF20B6}" type="parTrans" cxnId="{AD9E2341-87F2-4BBB-BCEB-C64EF648431F}">
      <dgm:prSet/>
      <dgm:spPr/>
      <dgm:t>
        <a:bodyPr/>
        <a:lstStyle/>
        <a:p>
          <a:endParaRPr lang="en-AU"/>
        </a:p>
      </dgm:t>
    </dgm:pt>
    <dgm:pt modelId="{086602C2-22F1-4865-9F38-CDFF24E102DB}" type="sibTrans" cxnId="{AD9E2341-87F2-4BBB-BCEB-C64EF648431F}">
      <dgm:prSet/>
      <dgm:spPr/>
      <dgm:t>
        <a:bodyPr/>
        <a:lstStyle/>
        <a:p>
          <a:endParaRPr lang="en-AU"/>
        </a:p>
      </dgm:t>
    </dgm:pt>
    <dgm:pt modelId="{44E48DA4-038B-4CF2-A98D-97F50CA28667}">
      <dgm:prSet phldrT="[Text]" custT="1"/>
      <dgm:spPr/>
      <dgm:t>
        <a:bodyPr/>
        <a:lstStyle/>
        <a:p>
          <a:r>
            <a:rPr lang="en-AU" sz="2000" b="1" dirty="0" smtClean="0">
              <a:latin typeface="Arial" pitchFamily="34" charset="0"/>
              <a:cs typeface="Arial" pitchFamily="34" charset="0"/>
            </a:rPr>
            <a:t>3rd reading</a:t>
          </a:r>
          <a:endParaRPr lang="en-AU" sz="2000" b="1" dirty="0">
            <a:latin typeface="Arial" pitchFamily="34" charset="0"/>
            <a:cs typeface="Arial" pitchFamily="34" charset="0"/>
          </a:endParaRPr>
        </a:p>
      </dgm:t>
    </dgm:pt>
    <dgm:pt modelId="{D19A28C3-3520-4E7A-8694-86BDFF9C9B04}" type="parTrans" cxnId="{84079D54-9423-47DB-91C5-77B56B33939F}">
      <dgm:prSet/>
      <dgm:spPr/>
      <dgm:t>
        <a:bodyPr/>
        <a:lstStyle/>
        <a:p>
          <a:endParaRPr lang="en-AU"/>
        </a:p>
      </dgm:t>
    </dgm:pt>
    <dgm:pt modelId="{390A28F1-D704-466C-A72F-280805EF7382}" type="sibTrans" cxnId="{84079D54-9423-47DB-91C5-77B56B33939F}">
      <dgm:prSet/>
      <dgm:spPr/>
      <dgm:t>
        <a:bodyPr/>
        <a:lstStyle/>
        <a:p>
          <a:endParaRPr lang="en-AU"/>
        </a:p>
      </dgm:t>
    </dgm:pt>
    <dgm:pt modelId="{AFDEA5BD-931C-4078-8DA1-DE34AA11C2AD}">
      <dgm:prSet phldrT="[Text]" custT="1"/>
      <dgm:spPr/>
      <dgm:t>
        <a:bodyPr/>
        <a:lstStyle/>
        <a:p>
          <a:r>
            <a:rPr lang="en-AU" sz="1400" dirty="0" smtClean="0">
              <a:latin typeface="Arial" pitchFamily="34" charset="0"/>
              <a:cs typeface="Arial" pitchFamily="34" charset="0"/>
            </a:rPr>
            <a:t>Senators vote on the Bill in its final form.</a:t>
          </a:r>
          <a:endParaRPr lang="en-AU" sz="1400" dirty="0">
            <a:latin typeface="Arial" pitchFamily="34" charset="0"/>
            <a:cs typeface="Arial" pitchFamily="34" charset="0"/>
          </a:endParaRPr>
        </a:p>
      </dgm:t>
    </dgm:pt>
    <dgm:pt modelId="{0D278E0B-F6A0-4F21-B663-66D3F6334D11}" type="parTrans" cxnId="{F40674B9-5B28-4A99-B61E-8FE52E2B1B5D}">
      <dgm:prSet/>
      <dgm:spPr/>
      <dgm:t>
        <a:bodyPr/>
        <a:lstStyle/>
        <a:p>
          <a:endParaRPr lang="en-AU"/>
        </a:p>
      </dgm:t>
    </dgm:pt>
    <dgm:pt modelId="{B627CFA0-01BF-4428-8234-60F4A58D5347}" type="sibTrans" cxnId="{F40674B9-5B28-4A99-B61E-8FE52E2B1B5D}">
      <dgm:prSet/>
      <dgm:spPr/>
      <dgm:t>
        <a:bodyPr/>
        <a:lstStyle/>
        <a:p>
          <a:endParaRPr lang="en-AU"/>
        </a:p>
      </dgm:t>
    </dgm:pt>
    <dgm:pt modelId="{44EBE483-FE2A-401B-8951-820BFF76E7FE}">
      <dgm:prSet phldrT="[Text]" custT="1"/>
      <dgm:spPr/>
      <dgm:t>
        <a:bodyPr/>
        <a:lstStyle/>
        <a:p>
          <a:r>
            <a:rPr lang="en-AU" sz="2000" b="1" dirty="0" smtClean="0">
              <a:latin typeface="Arial" pitchFamily="34" charset="0"/>
              <a:cs typeface="Arial" pitchFamily="34" charset="0"/>
            </a:rPr>
            <a:t>Bill IS PASSED</a:t>
          </a:r>
          <a:endParaRPr lang="en-AU" sz="2000" b="1" dirty="0">
            <a:latin typeface="Arial" pitchFamily="34" charset="0"/>
            <a:cs typeface="Arial" pitchFamily="34" charset="0"/>
          </a:endParaRPr>
        </a:p>
      </dgm:t>
    </dgm:pt>
    <dgm:pt modelId="{F400878B-F331-4E99-8248-39DCB723FFBF}" type="parTrans" cxnId="{950D5A8D-37FE-43A8-A470-5ED7B6DA394C}">
      <dgm:prSet/>
      <dgm:spPr/>
      <dgm:t>
        <a:bodyPr/>
        <a:lstStyle/>
        <a:p>
          <a:endParaRPr lang="en-AU"/>
        </a:p>
      </dgm:t>
    </dgm:pt>
    <dgm:pt modelId="{C30D4781-9CFA-450E-88AA-D308394AEDA6}" type="sibTrans" cxnId="{950D5A8D-37FE-43A8-A470-5ED7B6DA394C}">
      <dgm:prSet/>
      <dgm:spPr/>
      <dgm:t>
        <a:bodyPr/>
        <a:lstStyle/>
        <a:p>
          <a:endParaRPr lang="en-AU"/>
        </a:p>
      </dgm:t>
    </dgm:pt>
    <dgm:pt modelId="{4BA89C8D-9D8A-4527-916E-5973FD964DF8}" type="pres">
      <dgm:prSet presAssocID="{DB615ACC-5E2B-4022-A717-04E33658C996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AU"/>
        </a:p>
      </dgm:t>
    </dgm:pt>
    <dgm:pt modelId="{0F7EA3D9-5AAC-414B-9A61-4C1989F3357D}" type="pres">
      <dgm:prSet presAssocID="{8D739913-F840-4770-879D-7ED6687D39ED}" presName="linNode" presStyleCnt="0"/>
      <dgm:spPr/>
    </dgm:pt>
    <dgm:pt modelId="{78E34BF9-3307-46FE-B5F5-4DF06CA722C9}" type="pres">
      <dgm:prSet presAssocID="{8D739913-F840-4770-879D-7ED6687D39ED}" presName="parentText" presStyleLbl="node1" presStyleIdx="0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E5B444E2-BF7E-4357-B8D4-0687628116BE}" type="pres">
      <dgm:prSet presAssocID="{8D739913-F840-4770-879D-7ED6687D39ED}" presName="descendantText" presStyleLbl="alignAccFollow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3DC97E20-A2D6-4A40-A36D-892A405F505B}" type="pres">
      <dgm:prSet presAssocID="{9AF8AA20-E3EC-4206-BE81-A4DB30AEC9CA}" presName="sp" presStyleCnt="0"/>
      <dgm:spPr/>
    </dgm:pt>
    <dgm:pt modelId="{DCFEC512-BEFA-4BE8-BC6D-3F7670D950A6}" type="pres">
      <dgm:prSet presAssocID="{1878304D-12D4-4B32-B000-80D8902F8227}" presName="linNode" presStyleCnt="0"/>
      <dgm:spPr/>
    </dgm:pt>
    <dgm:pt modelId="{A1A6877B-C9F8-4D3B-8F8E-1030D541398F}" type="pres">
      <dgm:prSet presAssocID="{1878304D-12D4-4B32-B000-80D8902F8227}" presName="parentText" presStyleLbl="node1" presStyleIdx="1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9CB3D07B-93BF-404B-8F94-08219D58378E}" type="pres">
      <dgm:prSet presAssocID="{1878304D-12D4-4B32-B000-80D8902F8227}" presName="descendantText" presStyleLbl="alignAccFollow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8D4153A5-3DAD-4DF9-8591-CF2EF02AFF90}" type="pres">
      <dgm:prSet presAssocID="{48DC0F53-99DA-4B37-B576-D0E0D0924A89}" presName="sp" presStyleCnt="0"/>
      <dgm:spPr/>
    </dgm:pt>
    <dgm:pt modelId="{B710954A-349A-4245-9A19-2006F6B5D816}" type="pres">
      <dgm:prSet presAssocID="{8A02A481-31EE-46B5-9A75-2AC5FFC19ADD}" presName="linNode" presStyleCnt="0"/>
      <dgm:spPr/>
    </dgm:pt>
    <dgm:pt modelId="{F2A8C23B-DE19-44B4-BD73-21445214A28D}" type="pres">
      <dgm:prSet presAssocID="{8A02A481-31EE-46B5-9A75-2AC5FFC19ADD}" presName="parentText" presStyleLbl="node1" presStyleIdx="2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2940792E-26AB-4F1C-8F02-7BA78E88AF36}" type="pres">
      <dgm:prSet presAssocID="{8A02A481-31EE-46B5-9A75-2AC5FFC19ADD}" presName="descendantText" presStyleLbl="alignAccFollow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F495F30D-D085-4FA8-AD6B-A38A0C78948A}" type="pres">
      <dgm:prSet presAssocID="{4013FC64-3A8B-401D-9962-64307F494FC7}" presName="sp" presStyleCnt="0"/>
      <dgm:spPr/>
    </dgm:pt>
    <dgm:pt modelId="{F08DAE77-1875-419E-AB9A-2C60911C95A4}" type="pres">
      <dgm:prSet presAssocID="{8FCDC979-CB3B-48E7-A752-24D982C8EA6D}" presName="linNode" presStyleCnt="0"/>
      <dgm:spPr/>
    </dgm:pt>
    <dgm:pt modelId="{363C2995-6B7D-41B3-BB47-EFD75910BE2F}" type="pres">
      <dgm:prSet presAssocID="{8FCDC979-CB3B-48E7-A752-24D982C8EA6D}" presName="parentText" presStyleLbl="node1" presStyleIdx="3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C1B9D18C-767C-44F8-B59A-79709727C1D2}" type="pres">
      <dgm:prSet presAssocID="{8FCDC979-CB3B-48E7-A752-24D982C8EA6D}" presName="descendantText" presStyleLbl="alignAccFollow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328762E4-3781-476A-BD61-8D40B11A8A1F}" type="pres">
      <dgm:prSet presAssocID="{90995F2E-43AC-4759-A710-9534E5C60A83}" presName="sp" presStyleCnt="0"/>
      <dgm:spPr/>
    </dgm:pt>
    <dgm:pt modelId="{56257D60-C54F-4949-A03E-C4D37937CBE9}" type="pres">
      <dgm:prSet presAssocID="{44E48DA4-038B-4CF2-A98D-97F50CA28667}" presName="linNode" presStyleCnt="0"/>
      <dgm:spPr/>
    </dgm:pt>
    <dgm:pt modelId="{60B3F778-FFF2-4FBE-BCA1-5457D6D89F89}" type="pres">
      <dgm:prSet presAssocID="{44E48DA4-038B-4CF2-A98D-97F50CA28667}" presName="parentText" presStyleLbl="node1" presStyleIdx="4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AAB85BE0-8FCE-47A8-B27C-1636E0C9E713}" type="pres">
      <dgm:prSet presAssocID="{44E48DA4-038B-4CF2-A98D-97F50CA28667}" presName="descendantText" presStyleLbl="alignAccFollow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6470A0C2-B09D-4FB5-A042-BB31EDF886A0}" type="pres">
      <dgm:prSet presAssocID="{390A28F1-D704-466C-A72F-280805EF7382}" presName="sp" presStyleCnt="0"/>
      <dgm:spPr/>
    </dgm:pt>
    <dgm:pt modelId="{819B288D-7891-44B0-A40B-762A0C8498E5}" type="pres">
      <dgm:prSet presAssocID="{44EBE483-FE2A-401B-8951-820BFF76E7FE}" presName="linNode" presStyleCnt="0"/>
      <dgm:spPr/>
    </dgm:pt>
    <dgm:pt modelId="{B65E11E8-FEA0-49B8-BB85-C17ED78FE316}" type="pres">
      <dgm:prSet presAssocID="{44EBE483-FE2A-401B-8951-820BFF76E7FE}" presName="parentText" presStyleLbl="node1" presStyleIdx="5" presStyleCnt="6" custScaleX="277778">
        <dgm:presLayoutVars>
          <dgm:chMax val="1"/>
          <dgm:bulletEnabled val="1"/>
        </dgm:presLayoutVars>
      </dgm:prSet>
      <dgm:spPr/>
      <dgm:t>
        <a:bodyPr/>
        <a:lstStyle/>
        <a:p>
          <a:endParaRPr lang="en-AU"/>
        </a:p>
      </dgm:t>
    </dgm:pt>
  </dgm:ptLst>
  <dgm:cxnLst>
    <dgm:cxn modelId="{D2E44AD6-A17A-4D72-8F07-7E2344F1B0EC}" srcId="{1878304D-12D4-4B32-B000-80D8902F8227}" destId="{38230851-70B7-4BD3-9041-6ED359B8BC12}" srcOrd="0" destOrd="0" parTransId="{ED5E129D-5336-40DD-A1B9-57DEE19C1140}" sibTransId="{64F6BB0F-B609-47AF-813A-39EF1696C8F6}"/>
    <dgm:cxn modelId="{CC3C1EC2-A650-4572-AE0D-E3AE7FFD33FA}" type="presOf" srcId="{1878304D-12D4-4B32-B000-80D8902F8227}" destId="{A1A6877B-C9F8-4D3B-8F8E-1030D541398F}" srcOrd="0" destOrd="0" presId="urn:microsoft.com/office/officeart/2005/8/layout/vList5"/>
    <dgm:cxn modelId="{AD9E2341-87F2-4BBB-BCEB-C64EF648431F}" srcId="{8FCDC979-CB3B-48E7-A752-24D982C8EA6D}" destId="{2F925AD0-BA37-4504-A57C-2E5354271475}" srcOrd="0" destOrd="0" parTransId="{1922D16F-D69E-4C33-AE26-439455DF20B6}" sibTransId="{086602C2-22F1-4865-9F38-CDFF24E102DB}"/>
    <dgm:cxn modelId="{6C68D720-0C2E-426C-B51A-34EB574ADA8F}" type="presOf" srcId="{8FCDC979-CB3B-48E7-A752-24D982C8EA6D}" destId="{363C2995-6B7D-41B3-BB47-EFD75910BE2F}" srcOrd="0" destOrd="0" presId="urn:microsoft.com/office/officeart/2005/8/layout/vList5"/>
    <dgm:cxn modelId="{68375BD0-AEA2-46B6-9582-7E759DEE9A7F}" type="presOf" srcId="{AFDEA5BD-931C-4078-8DA1-DE34AA11C2AD}" destId="{AAB85BE0-8FCE-47A8-B27C-1636E0C9E713}" srcOrd="0" destOrd="0" presId="urn:microsoft.com/office/officeart/2005/8/layout/vList5"/>
    <dgm:cxn modelId="{0C9033B9-4DDD-41B7-9CCB-A5C470412F30}" type="presOf" srcId="{44E48DA4-038B-4CF2-A98D-97F50CA28667}" destId="{60B3F778-FFF2-4FBE-BCA1-5457D6D89F89}" srcOrd="0" destOrd="0" presId="urn:microsoft.com/office/officeart/2005/8/layout/vList5"/>
    <dgm:cxn modelId="{84079D54-9423-47DB-91C5-77B56B33939F}" srcId="{DB615ACC-5E2B-4022-A717-04E33658C996}" destId="{44E48DA4-038B-4CF2-A98D-97F50CA28667}" srcOrd="4" destOrd="0" parTransId="{D19A28C3-3520-4E7A-8694-86BDFF9C9B04}" sibTransId="{390A28F1-D704-466C-A72F-280805EF7382}"/>
    <dgm:cxn modelId="{B9A90317-5111-4DCD-A0A0-233A16B1B5C9}" srcId="{DB615ACC-5E2B-4022-A717-04E33658C996}" destId="{8FCDC979-CB3B-48E7-A752-24D982C8EA6D}" srcOrd="3" destOrd="0" parTransId="{65BA4522-F372-4A71-9126-22E07FB874C0}" sibTransId="{90995F2E-43AC-4759-A710-9534E5C60A83}"/>
    <dgm:cxn modelId="{2945FE9B-007A-4C43-840D-C0BB2EAB68CA}" type="presOf" srcId="{7363F659-41AE-4809-9858-A60006FC85E6}" destId="{E5B444E2-BF7E-4357-B8D4-0687628116BE}" srcOrd="0" destOrd="0" presId="urn:microsoft.com/office/officeart/2005/8/layout/vList5"/>
    <dgm:cxn modelId="{F40674B9-5B28-4A99-B61E-8FE52E2B1B5D}" srcId="{44E48DA4-038B-4CF2-A98D-97F50CA28667}" destId="{AFDEA5BD-931C-4078-8DA1-DE34AA11C2AD}" srcOrd="0" destOrd="0" parTransId="{0D278E0B-F6A0-4F21-B663-66D3F6334D11}" sibTransId="{B627CFA0-01BF-4428-8234-60F4A58D5347}"/>
    <dgm:cxn modelId="{08D7CED9-247C-41A7-A3FE-F7993A5834D0}" type="presOf" srcId="{44EBE483-FE2A-401B-8951-820BFF76E7FE}" destId="{B65E11E8-FEA0-49B8-BB85-C17ED78FE316}" srcOrd="0" destOrd="0" presId="urn:microsoft.com/office/officeart/2005/8/layout/vList5"/>
    <dgm:cxn modelId="{86B8B40D-5106-4A02-A122-3224B4180889}" type="presOf" srcId="{72CA442E-B8D6-4442-98BF-7E445C623146}" destId="{2940792E-26AB-4F1C-8F02-7BA78E88AF36}" srcOrd="0" destOrd="0" presId="urn:microsoft.com/office/officeart/2005/8/layout/vList5"/>
    <dgm:cxn modelId="{6F4AED08-4D16-4E4E-A656-EBCCE8892871}" type="presOf" srcId="{2F925AD0-BA37-4504-A57C-2E5354271475}" destId="{C1B9D18C-767C-44F8-B59A-79709727C1D2}" srcOrd="0" destOrd="0" presId="urn:microsoft.com/office/officeart/2005/8/layout/vList5"/>
    <dgm:cxn modelId="{ECD84081-0443-46FE-9D86-7FD1189DB029}" srcId="{DB615ACC-5E2B-4022-A717-04E33658C996}" destId="{8D739913-F840-4770-879D-7ED6687D39ED}" srcOrd="0" destOrd="0" parTransId="{E7B5E138-A78D-4EB4-8594-B639B7031885}" sibTransId="{9AF8AA20-E3EC-4206-BE81-A4DB30AEC9CA}"/>
    <dgm:cxn modelId="{55DFD9F4-A182-47F9-A2C1-CB1E8E3CB859}" type="presOf" srcId="{8A02A481-31EE-46B5-9A75-2AC5FFC19ADD}" destId="{F2A8C23B-DE19-44B4-BD73-21445214A28D}" srcOrd="0" destOrd="0" presId="urn:microsoft.com/office/officeart/2005/8/layout/vList5"/>
    <dgm:cxn modelId="{293DAD3F-369E-4D53-B6BA-971D5B97862C}" type="presOf" srcId="{DB615ACC-5E2B-4022-A717-04E33658C996}" destId="{4BA89C8D-9D8A-4527-916E-5973FD964DF8}" srcOrd="0" destOrd="0" presId="urn:microsoft.com/office/officeart/2005/8/layout/vList5"/>
    <dgm:cxn modelId="{ABB677EB-3607-454F-AB90-7A559186AF3C}" srcId="{8A02A481-31EE-46B5-9A75-2AC5FFC19ADD}" destId="{72CA442E-B8D6-4442-98BF-7E445C623146}" srcOrd="0" destOrd="0" parTransId="{C7D94C34-F946-4CEE-A978-BE5F42ED2165}" sibTransId="{000EA142-1CF3-4DB3-866B-C8B6F93967E8}"/>
    <dgm:cxn modelId="{950D5A8D-37FE-43A8-A470-5ED7B6DA394C}" srcId="{DB615ACC-5E2B-4022-A717-04E33658C996}" destId="{44EBE483-FE2A-401B-8951-820BFF76E7FE}" srcOrd="5" destOrd="0" parTransId="{F400878B-F331-4E99-8248-39DCB723FFBF}" sibTransId="{C30D4781-9CFA-450E-88AA-D308394AEDA6}"/>
    <dgm:cxn modelId="{8D41570D-4233-46A4-9B54-4F86BC719C37}" srcId="{DB615ACC-5E2B-4022-A717-04E33658C996}" destId="{8A02A481-31EE-46B5-9A75-2AC5FFC19ADD}" srcOrd="2" destOrd="0" parTransId="{2BE63884-C495-44A5-8768-A6CA44750F40}" sibTransId="{4013FC64-3A8B-401D-9962-64307F494FC7}"/>
    <dgm:cxn modelId="{A2FD6E0E-2BA0-4C8A-B9D3-C39D24D85F00}" type="presOf" srcId="{8D739913-F840-4770-879D-7ED6687D39ED}" destId="{78E34BF9-3307-46FE-B5F5-4DF06CA722C9}" srcOrd="0" destOrd="0" presId="urn:microsoft.com/office/officeart/2005/8/layout/vList5"/>
    <dgm:cxn modelId="{87FC0EB0-A547-4FAA-9390-87592D6D390F}" type="presOf" srcId="{38230851-70B7-4BD3-9041-6ED359B8BC12}" destId="{9CB3D07B-93BF-404B-8F94-08219D58378E}" srcOrd="0" destOrd="0" presId="urn:microsoft.com/office/officeart/2005/8/layout/vList5"/>
    <dgm:cxn modelId="{348724D0-C9AA-4C17-BF83-41206E0CBF88}" srcId="{DB615ACC-5E2B-4022-A717-04E33658C996}" destId="{1878304D-12D4-4B32-B000-80D8902F8227}" srcOrd="1" destOrd="0" parTransId="{B9FA5B89-E113-4E04-969D-128A6C96DC02}" sibTransId="{48DC0F53-99DA-4B37-B576-D0E0D0924A89}"/>
    <dgm:cxn modelId="{F91F15FB-10B8-42B5-833C-C167806929A1}" srcId="{8D739913-F840-4770-879D-7ED6687D39ED}" destId="{7363F659-41AE-4809-9858-A60006FC85E6}" srcOrd="0" destOrd="0" parTransId="{908CAE44-CA26-443B-B7A6-E2B52C2044B0}" sibTransId="{1889D67F-DA96-429D-906D-667091E142C8}"/>
    <dgm:cxn modelId="{B5CDCFAA-37FC-4A1B-91E9-DD41DB4FA013}" type="presParOf" srcId="{4BA89C8D-9D8A-4527-916E-5973FD964DF8}" destId="{0F7EA3D9-5AAC-414B-9A61-4C1989F3357D}" srcOrd="0" destOrd="0" presId="urn:microsoft.com/office/officeart/2005/8/layout/vList5"/>
    <dgm:cxn modelId="{636F7503-5608-460E-881C-0BDA29E52647}" type="presParOf" srcId="{0F7EA3D9-5AAC-414B-9A61-4C1989F3357D}" destId="{78E34BF9-3307-46FE-B5F5-4DF06CA722C9}" srcOrd="0" destOrd="0" presId="urn:microsoft.com/office/officeart/2005/8/layout/vList5"/>
    <dgm:cxn modelId="{6E91DDE2-A4C8-4F01-B4E0-B70F1A1EEA0D}" type="presParOf" srcId="{0F7EA3D9-5AAC-414B-9A61-4C1989F3357D}" destId="{E5B444E2-BF7E-4357-B8D4-0687628116BE}" srcOrd="1" destOrd="0" presId="urn:microsoft.com/office/officeart/2005/8/layout/vList5"/>
    <dgm:cxn modelId="{AB0E385E-A0B3-4F6D-9535-1CE281E3D81A}" type="presParOf" srcId="{4BA89C8D-9D8A-4527-916E-5973FD964DF8}" destId="{3DC97E20-A2D6-4A40-A36D-892A405F505B}" srcOrd="1" destOrd="0" presId="urn:microsoft.com/office/officeart/2005/8/layout/vList5"/>
    <dgm:cxn modelId="{51476F77-CC5D-4F05-8695-78C4C8E8924F}" type="presParOf" srcId="{4BA89C8D-9D8A-4527-916E-5973FD964DF8}" destId="{DCFEC512-BEFA-4BE8-BC6D-3F7670D950A6}" srcOrd="2" destOrd="0" presId="urn:microsoft.com/office/officeart/2005/8/layout/vList5"/>
    <dgm:cxn modelId="{D68067A8-8A3E-454E-9933-E37559EA565A}" type="presParOf" srcId="{DCFEC512-BEFA-4BE8-BC6D-3F7670D950A6}" destId="{A1A6877B-C9F8-4D3B-8F8E-1030D541398F}" srcOrd="0" destOrd="0" presId="urn:microsoft.com/office/officeart/2005/8/layout/vList5"/>
    <dgm:cxn modelId="{4C0255D7-C687-45A2-8C2E-7D1FD062DE86}" type="presParOf" srcId="{DCFEC512-BEFA-4BE8-BC6D-3F7670D950A6}" destId="{9CB3D07B-93BF-404B-8F94-08219D58378E}" srcOrd="1" destOrd="0" presId="urn:microsoft.com/office/officeart/2005/8/layout/vList5"/>
    <dgm:cxn modelId="{28F0729E-1EEE-403E-8A4F-1CEAE2269DBB}" type="presParOf" srcId="{4BA89C8D-9D8A-4527-916E-5973FD964DF8}" destId="{8D4153A5-3DAD-4DF9-8591-CF2EF02AFF90}" srcOrd="3" destOrd="0" presId="urn:microsoft.com/office/officeart/2005/8/layout/vList5"/>
    <dgm:cxn modelId="{9077B93D-AF57-46E1-A733-BAE6878802C1}" type="presParOf" srcId="{4BA89C8D-9D8A-4527-916E-5973FD964DF8}" destId="{B710954A-349A-4245-9A19-2006F6B5D816}" srcOrd="4" destOrd="0" presId="urn:microsoft.com/office/officeart/2005/8/layout/vList5"/>
    <dgm:cxn modelId="{36755437-19A1-43D6-AB34-B771B305E98C}" type="presParOf" srcId="{B710954A-349A-4245-9A19-2006F6B5D816}" destId="{F2A8C23B-DE19-44B4-BD73-21445214A28D}" srcOrd="0" destOrd="0" presId="urn:microsoft.com/office/officeart/2005/8/layout/vList5"/>
    <dgm:cxn modelId="{3CDD370A-1532-4649-9C79-B2F9A7EB7FFC}" type="presParOf" srcId="{B710954A-349A-4245-9A19-2006F6B5D816}" destId="{2940792E-26AB-4F1C-8F02-7BA78E88AF36}" srcOrd="1" destOrd="0" presId="urn:microsoft.com/office/officeart/2005/8/layout/vList5"/>
    <dgm:cxn modelId="{66869F3F-642B-4FFF-9AD2-5D88AE749673}" type="presParOf" srcId="{4BA89C8D-9D8A-4527-916E-5973FD964DF8}" destId="{F495F30D-D085-4FA8-AD6B-A38A0C78948A}" srcOrd="5" destOrd="0" presId="urn:microsoft.com/office/officeart/2005/8/layout/vList5"/>
    <dgm:cxn modelId="{3AF7000D-F820-47A6-BA5D-C8DF5986586E}" type="presParOf" srcId="{4BA89C8D-9D8A-4527-916E-5973FD964DF8}" destId="{F08DAE77-1875-419E-AB9A-2C60911C95A4}" srcOrd="6" destOrd="0" presId="urn:microsoft.com/office/officeart/2005/8/layout/vList5"/>
    <dgm:cxn modelId="{76218F47-CA1F-49B2-9007-EAC69EACDC6B}" type="presParOf" srcId="{F08DAE77-1875-419E-AB9A-2C60911C95A4}" destId="{363C2995-6B7D-41B3-BB47-EFD75910BE2F}" srcOrd="0" destOrd="0" presId="urn:microsoft.com/office/officeart/2005/8/layout/vList5"/>
    <dgm:cxn modelId="{1AE0F9F9-9785-4E6E-9FDE-E0440D5363B1}" type="presParOf" srcId="{F08DAE77-1875-419E-AB9A-2C60911C95A4}" destId="{C1B9D18C-767C-44F8-B59A-79709727C1D2}" srcOrd="1" destOrd="0" presId="urn:microsoft.com/office/officeart/2005/8/layout/vList5"/>
    <dgm:cxn modelId="{37299B77-9206-406E-B836-CFED91864B8B}" type="presParOf" srcId="{4BA89C8D-9D8A-4527-916E-5973FD964DF8}" destId="{328762E4-3781-476A-BD61-8D40B11A8A1F}" srcOrd="7" destOrd="0" presId="urn:microsoft.com/office/officeart/2005/8/layout/vList5"/>
    <dgm:cxn modelId="{B05D6A00-EAB3-4A26-9576-177C424141C1}" type="presParOf" srcId="{4BA89C8D-9D8A-4527-916E-5973FD964DF8}" destId="{56257D60-C54F-4949-A03E-C4D37937CBE9}" srcOrd="8" destOrd="0" presId="urn:microsoft.com/office/officeart/2005/8/layout/vList5"/>
    <dgm:cxn modelId="{F22F9575-66CF-4C14-99FD-CBD8155460BC}" type="presParOf" srcId="{56257D60-C54F-4949-A03E-C4D37937CBE9}" destId="{60B3F778-FFF2-4FBE-BCA1-5457D6D89F89}" srcOrd="0" destOrd="0" presId="urn:microsoft.com/office/officeart/2005/8/layout/vList5"/>
    <dgm:cxn modelId="{8346F052-B4F0-4DAB-A64D-A67C8AC09D49}" type="presParOf" srcId="{56257D60-C54F-4949-A03E-C4D37937CBE9}" destId="{AAB85BE0-8FCE-47A8-B27C-1636E0C9E713}" srcOrd="1" destOrd="0" presId="urn:microsoft.com/office/officeart/2005/8/layout/vList5"/>
    <dgm:cxn modelId="{2CC8C32F-09F8-4959-ABC4-BDC4C9786591}" type="presParOf" srcId="{4BA89C8D-9D8A-4527-916E-5973FD964DF8}" destId="{6470A0C2-B09D-4FB5-A042-BB31EDF886A0}" srcOrd="9" destOrd="0" presId="urn:microsoft.com/office/officeart/2005/8/layout/vList5"/>
    <dgm:cxn modelId="{A7A5B09A-32EE-438F-95BC-E016AFA47CB2}" type="presParOf" srcId="{4BA89C8D-9D8A-4527-916E-5973FD964DF8}" destId="{819B288D-7891-44B0-A40B-762A0C8498E5}" srcOrd="10" destOrd="0" presId="urn:microsoft.com/office/officeart/2005/8/layout/vList5"/>
    <dgm:cxn modelId="{65EDCB77-D008-4EE4-9A29-B316E3C6CCB1}" type="presParOf" srcId="{819B288D-7891-44B0-A40B-762A0C8498E5}" destId="{B65E11E8-FEA0-49B8-BB85-C17ED78FE316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B615ACC-5E2B-4022-A717-04E33658C996}" type="doc">
      <dgm:prSet loTypeId="urn:microsoft.com/office/officeart/2005/8/layout/vList5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AU"/>
        </a:p>
      </dgm:t>
    </dgm:pt>
    <dgm:pt modelId="{8D739913-F840-4770-879D-7ED6687D39ED}">
      <dgm:prSet phldrT="[Text]" custT="1"/>
      <dgm:spPr/>
      <dgm:t>
        <a:bodyPr/>
        <a:lstStyle/>
        <a:p>
          <a:r>
            <a:rPr lang="en-AU" sz="2000" b="1" dirty="0" smtClean="0">
              <a:latin typeface="Arial" pitchFamily="34" charset="0"/>
              <a:cs typeface="Arial" pitchFamily="34" charset="0"/>
            </a:rPr>
            <a:t>Royal assent by the Governor-General</a:t>
          </a:r>
          <a:endParaRPr lang="en-AU" sz="2000" b="1" dirty="0">
            <a:latin typeface="Arial" pitchFamily="34" charset="0"/>
            <a:cs typeface="Arial" pitchFamily="34" charset="0"/>
          </a:endParaRPr>
        </a:p>
      </dgm:t>
    </dgm:pt>
    <dgm:pt modelId="{E7B5E138-A78D-4EB4-8594-B639B7031885}" type="parTrans" cxnId="{ECD84081-0443-46FE-9D86-7FD1189DB029}">
      <dgm:prSet/>
      <dgm:spPr/>
      <dgm:t>
        <a:bodyPr/>
        <a:lstStyle/>
        <a:p>
          <a:endParaRPr lang="en-AU"/>
        </a:p>
      </dgm:t>
    </dgm:pt>
    <dgm:pt modelId="{9AF8AA20-E3EC-4206-BE81-A4DB30AEC9CA}" type="sibTrans" cxnId="{ECD84081-0443-46FE-9D86-7FD1189DB029}">
      <dgm:prSet/>
      <dgm:spPr/>
      <dgm:t>
        <a:bodyPr/>
        <a:lstStyle/>
        <a:p>
          <a:endParaRPr lang="en-AU"/>
        </a:p>
      </dgm:t>
    </dgm:pt>
    <dgm:pt modelId="{7363F659-41AE-4809-9858-A60006FC85E6}">
      <dgm:prSet phldrT="[Text]" custT="1"/>
      <dgm:spPr/>
      <dgm:t>
        <a:bodyPr/>
        <a:lstStyle/>
        <a:p>
          <a:r>
            <a:rPr lang="en-AU" sz="2000" dirty="0" smtClean="0">
              <a:latin typeface="Arial" pitchFamily="34" charset="0"/>
              <a:cs typeface="Arial" pitchFamily="34" charset="0"/>
            </a:rPr>
            <a:t>The Governor-General signs the Bill.</a:t>
          </a:r>
          <a:endParaRPr lang="en-AU" sz="2000" b="0" dirty="0">
            <a:latin typeface="Arial" pitchFamily="34" charset="0"/>
            <a:cs typeface="Arial" pitchFamily="34" charset="0"/>
          </a:endParaRPr>
        </a:p>
      </dgm:t>
    </dgm:pt>
    <dgm:pt modelId="{908CAE44-CA26-443B-B7A6-E2B52C2044B0}" type="parTrans" cxnId="{F91F15FB-10B8-42B5-833C-C167806929A1}">
      <dgm:prSet/>
      <dgm:spPr/>
      <dgm:t>
        <a:bodyPr/>
        <a:lstStyle/>
        <a:p>
          <a:endParaRPr lang="en-AU"/>
        </a:p>
      </dgm:t>
    </dgm:pt>
    <dgm:pt modelId="{1889D67F-DA96-429D-906D-667091E142C8}" type="sibTrans" cxnId="{F91F15FB-10B8-42B5-833C-C167806929A1}">
      <dgm:prSet/>
      <dgm:spPr/>
      <dgm:t>
        <a:bodyPr/>
        <a:lstStyle/>
        <a:p>
          <a:endParaRPr lang="en-AU"/>
        </a:p>
      </dgm:t>
    </dgm:pt>
    <dgm:pt modelId="{44EBE483-FE2A-401B-8951-820BFF76E7FE}">
      <dgm:prSet phldrT="[Text]" custT="1"/>
      <dgm:spPr/>
      <dgm:t>
        <a:bodyPr/>
        <a:lstStyle/>
        <a:p>
          <a:r>
            <a:rPr lang="en-AU" sz="2000" b="1" dirty="0" smtClean="0">
              <a:latin typeface="Arial" pitchFamily="34" charset="0"/>
              <a:cs typeface="Arial" pitchFamily="34" charset="0"/>
            </a:rPr>
            <a:t>BILL BECOMES AN ACT OF PARLIAMENT</a:t>
          </a:r>
        </a:p>
        <a:p>
          <a:r>
            <a:rPr lang="en-AU" sz="2000" b="1" dirty="0" smtClean="0">
              <a:latin typeface="Arial" pitchFamily="34" charset="0"/>
              <a:cs typeface="Arial" pitchFamily="34" charset="0"/>
            </a:rPr>
            <a:t>(A LAW OF AUSTRALIA)</a:t>
          </a:r>
          <a:endParaRPr lang="en-AU" sz="2000" b="1" dirty="0">
            <a:latin typeface="Arial" pitchFamily="34" charset="0"/>
            <a:cs typeface="Arial" pitchFamily="34" charset="0"/>
          </a:endParaRPr>
        </a:p>
      </dgm:t>
    </dgm:pt>
    <dgm:pt modelId="{F400878B-F331-4E99-8248-39DCB723FFBF}" type="parTrans" cxnId="{950D5A8D-37FE-43A8-A470-5ED7B6DA394C}">
      <dgm:prSet/>
      <dgm:spPr/>
      <dgm:t>
        <a:bodyPr/>
        <a:lstStyle/>
        <a:p>
          <a:endParaRPr lang="en-AU"/>
        </a:p>
      </dgm:t>
    </dgm:pt>
    <dgm:pt modelId="{C30D4781-9CFA-450E-88AA-D308394AEDA6}" type="sibTrans" cxnId="{950D5A8D-37FE-43A8-A470-5ED7B6DA394C}">
      <dgm:prSet/>
      <dgm:spPr/>
      <dgm:t>
        <a:bodyPr/>
        <a:lstStyle/>
        <a:p>
          <a:endParaRPr lang="en-AU"/>
        </a:p>
      </dgm:t>
    </dgm:pt>
    <dgm:pt modelId="{4BA89C8D-9D8A-4527-916E-5973FD964DF8}" type="pres">
      <dgm:prSet presAssocID="{DB615ACC-5E2B-4022-A717-04E33658C996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AU"/>
        </a:p>
      </dgm:t>
    </dgm:pt>
    <dgm:pt modelId="{0F7EA3D9-5AAC-414B-9A61-4C1989F3357D}" type="pres">
      <dgm:prSet presAssocID="{8D739913-F840-4770-879D-7ED6687D39ED}" presName="linNode" presStyleCnt="0"/>
      <dgm:spPr/>
    </dgm:pt>
    <dgm:pt modelId="{78E34BF9-3307-46FE-B5F5-4DF06CA722C9}" type="pres">
      <dgm:prSet presAssocID="{8D739913-F840-4770-879D-7ED6687D39ED}" presName="parentText" presStyleLbl="node1" presStyleIdx="0" presStyleCnt="2" custLinFactNeighborY="-3823">
        <dgm:presLayoutVars>
          <dgm:chMax val="1"/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E5B444E2-BF7E-4357-B8D4-0687628116BE}" type="pres">
      <dgm:prSet presAssocID="{8D739913-F840-4770-879D-7ED6687D39ED}" presName="descendantText" presStyleLbl="alignAccFollowNode1" presStyleIdx="0" presStyleCnt="1" custLinFactNeighborX="-1626" custLinFactNeighborY="-1822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3DC97E20-A2D6-4A40-A36D-892A405F505B}" type="pres">
      <dgm:prSet presAssocID="{9AF8AA20-E3EC-4206-BE81-A4DB30AEC9CA}" presName="sp" presStyleCnt="0"/>
      <dgm:spPr/>
    </dgm:pt>
    <dgm:pt modelId="{819B288D-7891-44B0-A40B-762A0C8498E5}" type="pres">
      <dgm:prSet presAssocID="{44EBE483-FE2A-401B-8951-820BFF76E7FE}" presName="linNode" presStyleCnt="0"/>
      <dgm:spPr/>
    </dgm:pt>
    <dgm:pt modelId="{B65E11E8-FEA0-49B8-BB85-C17ED78FE316}" type="pres">
      <dgm:prSet presAssocID="{44EBE483-FE2A-401B-8951-820BFF76E7FE}" presName="parentText" presStyleLbl="node1" presStyleIdx="1" presStyleCnt="2" custScaleX="277778" custLinFactNeighborY="-4410">
        <dgm:presLayoutVars>
          <dgm:chMax val="1"/>
          <dgm:bulletEnabled val="1"/>
        </dgm:presLayoutVars>
      </dgm:prSet>
      <dgm:spPr/>
      <dgm:t>
        <a:bodyPr/>
        <a:lstStyle/>
        <a:p>
          <a:endParaRPr lang="en-AU"/>
        </a:p>
      </dgm:t>
    </dgm:pt>
  </dgm:ptLst>
  <dgm:cxnLst>
    <dgm:cxn modelId="{7ABDE7AF-21EC-46C5-BAF3-71AA0064FB77}" type="presOf" srcId="{DB615ACC-5E2B-4022-A717-04E33658C996}" destId="{4BA89C8D-9D8A-4527-916E-5973FD964DF8}" srcOrd="0" destOrd="0" presId="urn:microsoft.com/office/officeart/2005/8/layout/vList5"/>
    <dgm:cxn modelId="{950D5A8D-37FE-43A8-A470-5ED7B6DA394C}" srcId="{DB615ACC-5E2B-4022-A717-04E33658C996}" destId="{44EBE483-FE2A-401B-8951-820BFF76E7FE}" srcOrd="1" destOrd="0" parTransId="{F400878B-F331-4E99-8248-39DCB723FFBF}" sibTransId="{C30D4781-9CFA-450E-88AA-D308394AEDA6}"/>
    <dgm:cxn modelId="{ECD84081-0443-46FE-9D86-7FD1189DB029}" srcId="{DB615ACC-5E2B-4022-A717-04E33658C996}" destId="{8D739913-F840-4770-879D-7ED6687D39ED}" srcOrd="0" destOrd="0" parTransId="{E7B5E138-A78D-4EB4-8594-B639B7031885}" sibTransId="{9AF8AA20-E3EC-4206-BE81-A4DB30AEC9CA}"/>
    <dgm:cxn modelId="{F91F15FB-10B8-42B5-833C-C167806929A1}" srcId="{8D739913-F840-4770-879D-7ED6687D39ED}" destId="{7363F659-41AE-4809-9858-A60006FC85E6}" srcOrd="0" destOrd="0" parTransId="{908CAE44-CA26-443B-B7A6-E2B52C2044B0}" sibTransId="{1889D67F-DA96-429D-906D-667091E142C8}"/>
    <dgm:cxn modelId="{9C32908A-40D4-4014-B859-48DC2F048CE7}" type="presOf" srcId="{8D739913-F840-4770-879D-7ED6687D39ED}" destId="{78E34BF9-3307-46FE-B5F5-4DF06CA722C9}" srcOrd="0" destOrd="0" presId="urn:microsoft.com/office/officeart/2005/8/layout/vList5"/>
    <dgm:cxn modelId="{AB353E6E-AB9F-476B-AA7E-5CB0005A9C0A}" type="presOf" srcId="{44EBE483-FE2A-401B-8951-820BFF76E7FE}" destId="{B65E11E8-FEA0-49B8-BB85-C17ED78FE316}" srcOrd="0" destOrd="0" presId="urn:microsoft.com/office/officeart/2005/8/layout/vList5"/>
    <dgm:cxn modelId="{F59144FD-5B67-4A29-81A0-4F9AFB824D5D}" type="presOf" srcId="{7363F659-41AE-4809-9858-A60006FC85E6}" destId="{E5B444E2-BF7E-4357-B8D4-0687628116BE}" srcOrd="0" destOrd="0" presId="urn:microsoft.com/office/officeart/2005/8/layout/vList5"/>
    <dgm:cxn modelId="{B10D8225-07DD-494B-88E6-1339E89B70E0}" type="presParOf" srcId="{4BA89C8D-9D8A-4527-916E-5973FD964DF8}" destId="{0F7EA3D9-5AAC-414B-9A61-4C1989F3357D}" srcOrd="0" destOrd="0" presId="urn:microsoft.com/office/officeart/2005/8/layout/vList5"/>
    <dgm:cxn modelId="{7CF44AB0-9685-4B4E-8F5C-6844228D061A}" type="presParOf" srcId="{0F7EA3D9-5AAC-414B-9A61-4C1989F3357D}" destId="{78E34BF9-3307-46FE-B5F5-4DF06CA722C9}" srcOrd="0" destOrd="0" presId="urn:microsoft.com/office/officeart/2005/8/layout/vList5"/>
    <dgm:cxn modelId="{6F396B7B-D72C-4BE4-AB18-E1867E629FA7}" type="presParOf" srcId="{0F7EA3D9-5AAC-414B-9A61-4C1989F3357D}" destId="{E5B444E2-BF7E-4357-B8D4-0687628116BE}" srcOrd="1" destOrd="0" presId="urn:microsoft.com/office/officeart/2005/8/layout/vList5"/>
    <dgm:cxn modelId="{21149A7B-8DC3-4E19-9DB7-C8C765CAABB2}" type="presParOf" srcId="{4BA89C8D-9D8A-4527-916E-5973FD964DF8}" destId="{3DC97E20-A2D6-4A40-A36D-892A405F505B}" srcOrd="1" destOrd="0" presId="urn:microsoft.com/office/officeart/2005/8/layout/vList5"/>
    <dgm:cxn modelId="{090B0A23-9B62-4339-B539-6737C2AE95CA}" type="presParOf" srcId="{4BA89C8D-9D8A-4527-916E-5973FD964DF8}" destId="{819B288D-7891-44B0-A40B-762A0C8498E5}" srcOrd="2" destOrd="0" presId="urn:microsoft.com/office/officeart/2005/8/layout/vList5"/>
    <dgm:cxn modelId="{A5BB3CFF-AAF3-4913-AFF5-61E153D98CC9}" type="presParOf" srcId="{819B288D-7891-44B0-A40B-762A0C8498E5}" destId="{B65E11E8-FEA0-49B8-BB85-C17ED78FE316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C4AF22D-AC47-45C8-985E-6984D6253993}" type="doc">
      <dgm:prSet loTypeId="urn:microsoft.com/office/officeart/2005/8/layout/vList2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AU"/>
        </a:p>
      </dgm:t>
    </dgm:pt>
    <dgm:pt modelId="{61904CB0-C28B-4419-86A0-5CAB9722975A}">
      <dgm:prSet phldrT="[Text]" custT="1"/>
      <dgm:spPr/>
      <dgm:t>
        <a:bodyPr/>
        <a:lstStyle/>
        <a:p>
          <a:r>
            <a:rPr lang="en-AU" sz="2000" dirty="0" smtClean="0">
              <a:latin typeface="Arial" pitchFamily="34" charset="0"/>
              <a:cs typeface="Arial" pitchFamily="34" charset="0"/>
            </a:rPr>
            <a:t>1. </a:t>
          </a:r>
          <a:r>
            <a:rPr lang="en-AU" sz="2000" b="1" dirty="0" smtClean="0">
              <a:latin typeface="Arial" pitchFamily="34" charset="0"/>
              <a:cs typeface="Arial" pitchFamily="34" charset="0"/>
            </a:rPr>
            <a:t>Presentation, explanatory speech and first reading</a:t>
          </a:r>
          <a:endParaRPr lang="en-AU" sz="2000" b="1" dirty="0">
            <a:latin typeface="Arial" pitchFamily="34" charset="0"/>
            <a:cs typeface="Arial" pitchFamily="34" charset="0"/>
          </a:endParaRPr>
        </a:p>
      </dgm:t>
    </dgm:pt>
    <dgm:pt modelId="{F278CDAB-404F-4383-8FB7-6BFC86FE199D}" type="parTrans" cxnId="{A32DDF00-24C6-4632-B976-BC4B0084AD10}">
      <dgm:prSet/>
      <dgm:spPr/>
      <dgm:t>
        <a:bodyPr/>
        <a:lstStyle/>
        <a:p>
          <a:endParaRPr lang="en-AU"/>
        </a:p>
      </dgm:t>
    </dgm:pt>
    <dgm:pt modelId="{E1325768-CC86-4A72-97FB-BD7CAF5DDC6A}" type="sibTrans" cxnId="{A32DDF00-24C6-4632-B976-BC4B0084AD10}">
      <dgm:prSet/>
      <dgm:spPr/>
      <dgm:t>
        <a:bodyPr/>
        <a:lstStyle/>
        <a:p>
          <a:endParaRPr lang="en-AU"/>
        </a:p>
      </dgm:t>
    </dgm:pt>
    <dgm:pt modelId="{AB81ADAB-0938-4D1F-97AA-FCF4FA151C80}">
      <dgm:prSet phldrT="[Text]" custT="1"/>
      <dgm:spPr/>
      <dgm:t>
        <a:bodyPr/>
        <a:lstStyle/>
        <a:p>
          <a:r>
            <a:rPr lang="en-AU" sz="2000" b="1" dirty="0" smtClean="0">
              <a:latin typeface="Arial" pitchFamily="34" charset="0"/>
              <a:cs typeface="Arial" pitchFamily="34" charset="0"/>
            </a:rPr>
            <a:t>2. Committee consideration</a:t>
          </a:r>
          <a:endParaRPr lang="en-AU" sz="2000" b="1" dirty="0">
            <a:latin typeface="Arial" pitchFamily="34" charset="0"/>
            <a:cs typeface="Arial" pitchFamily="34" charset="0"/>
          </a:endParaRPr>
        </a:p>
      </dgm:t>
    </dgm:pt>
    <dgm:pt modelId="{96E33B4A-4B24-41A3-8FAD-934773A1E1DD}" type="parTrans" cxnId="{8529EF34-9B75-4ED6-AC5C-8CB62C85EFAB}">
      <dgm:prSet/>
      <dgm:spPr/>
      <dgm:t>
        <a:bodyPr/>
        <a:lstStyle/>
        <a:p>
          <a:endParaRPr lang="en-AU"/>
        </a:p>
      </dgm:t>
    </dgm:pt>
    <dgm:pt modelId="{20146BF8-053E-4BB2-AE62-E2067A92923A}" type="sibTrans" cxnId="{8529EF34-9B75-4ED6-AC5C-8CB62C85EFAB}">
      <dgm:prSet/>
      <dgm:spPr/>
      <dgm:t>
        <a:bodyPr/>
        <a:lstStyle/>
        <a:p>
          <a:endParaRPr lang="en-AU"/>
        </a:p>
      </dgm:t>
    </dgm:pt>
    <dgm:pt modelId="{8BF496DA-26D6-4D54-BE62-AF3573B709F4}">
      <dgm:prSet phldrT="[Text]" custT="1"/>
      <dgm:spPr/>
      <dgm:t>
        <a:bodyPr/>
        <a:lstStyle/>
        <a:p>
          <a:r>
            <a:rPr lang="en-AU" sz="2000" b="1" dirty="0" smtClean="0">
              <a:latin typeface="Arial" pitchFamily="34" charset="0"/>
              <a:cs typeface="Arial" pitchFamily="34" charset="0"/>
            </a:rPr>
            <a:t>3. Committee report</a:t>
          </a:r>
          <a:endParaRPr lang="en-AU" sz="2000" b="1" dirty="0">
            <a:latin typeface="Arial" pitchFamily="34" charset="0"/>
            <a:cs typeface="Arial" pitchFamily="34" charset="0"/>
          </a:endParaRPr>
        </a:p>
      </dgm:t>
    </dgm:pt>
    <dgm:pt modelId="{017A0D5A-A467-468A-A76A-6D76CAA7DFCC}" type="parTrans" cxnId="{0B8EC32E-1413-4F5F-8C16-3212AAFBBD80}">
      <dgm:prSet/>
      <dgm:spPr/>
      <dgm:t>
        <a:bodyPr/>
        <a:lstStyle/>
        <a:p>
          <a:endParaRPr lang="en-AU"/>
        </a:p>
      </dgm:t>
    </dgm:pt>
    <dgm:pt modelId="{1094B9D0-C417-4483-8B75-D34D889D4DBD}" type="sibTrans" cxnId="{0B8EC32E-1413-4F5F-8C16-3212AAFBBD80}">
      <dgm:prSet/>
      <dgm:spPr/>
      <dgm:t>
        <a:bodyPr/>
        <a:lstStyle/>
        <a:p>
          <a:endParaRPr lang="en-AU"/>
        </a:p>
      </dgm:t>
    </dgm:pt>
    <dgm:pt modelId="{7B358BE4-52EE-4C8A-9237-6A7794A9B63E}">
      <dgm:prSet phldrT="[Text]" custT="1"/>
      <dgm:spPr/>
      <dgm:t>
        <a:bodyPr/>
        <a:lstStyle/>
        <a:p>
          <a:r>
            <a:rPr lang="en-AU" sz="2000" b="1" dirty="0" smtClean="0">
              <a:latin typeface="Arial" pitchFamily="34" charset="0"/>
              <a:cs typeface="Arial" pitchFamily="34" charset="0"/>
            </a:rPr>
            <a:t>4. Second reading</a:t>
          </a:r>
          <a:endParaRPr lang="en-AU" sz="2000" b="1" dirty="0">
            <a:latin typeface="Arial" pitchFamily="34" charset="0"/>
            <a:cs typeface="Arial" pitchFamily="34" charset="0"/>
          </a:endParaRPr>
        </a:p>
      </dgm:t>
    </dgm:pt>
    <dgm:pt modelId="{9077ACA8-92C9-4441-8B5A-F4942428FF93}" type="parTrans" cxnId="{F532A43E-CB99-4A52-AFA9-EA347C2C3FC9}">
      <dgm:prSet/>
      <dgm:spPr/>
      <dgm:t>
        <a:bodyPr/>
        <a:lstStyle/>
        <a:p>
          <a:endParaRPr lang="en-AU"/>
        </a:p>
      </dgm:t>
    </dgm:pt>
    <dgm:pt modelId="{DC15A6DE-B67C-4E51-8719-C29663C84F7C}" type="sibTrans" cxnId="{F532A43E-CB99-4A52-AFA9-EA347C2C3FC9}">
      <dgm:prSet/>
      <dgm:spPr/>
      <dgm:t>
        <a:bodyPr/>
        <a:lstStyle/>
        <a:p>
          <a:endParaRPr lang="en-AU"/>
        </a:p>
      </dgm:t>
    </dgm:pt>
    <dgm:pt modelId="{95974F37-D04D-4500-9FA2-B0C611DF7276}">
      <dgm:prSet phldrT="[Text]" custT="1"/>
      <dgm:spPr/>
      <dgm:t>
        <a:bodyPr/>
        <a:lstStyle/>
        <a:p>
          <a:r>
            <a:rPr lang="en-AU" sz="2000" b="1" dirty="0" smtClean="0">
              <a:latin typeface="Arial" pitchFamily="34" charset="0"/>
              <a:cs typeface="Arial" pitchFamily="34" charset="0"/>
            </a:rPr>
            <a:t>5.</a:t>
          </a:r>
          <a:r>
            <a:rPr lang="en-AU" sz="2000" dirty="0" smtClean="0">
              <a:latin typeface="Arial" pitchFamily="34" charset="0"/>
              <a:cs typeface="Arial" pitchFamily="34" charset="0"/>
            </a:rPr>
            <a:t> </a:t>
          </a:r>
          <a:r>
            <a:rPr lang="en-AU" sz="2000" b="1" dirty="0" smtClean="0">
              <a:latin typeface="Arial" pitchFamily="34" charset="0"/>
              <a:cs typeface="Arial" pitchFamily="34" charset="0"/>
            </a:rPr>
            <a:t>Consideration in detail</a:t>
          </a:r>
          <a:endParaRPr lang="en-AU" sz="2000" b="1" dirty="0">
            <a:latin typeface="Arial" pitchFamily="34" charset="0"/>
            <a:cs typeface="Arial" pitchFamily="34" charset="0"/>
          </a:endParaRPr>
        </a:p>
      </dgm:t>
    </dgm:pt>
    <dgm:pt modelId="{C483BF1B-AC0C-46DD-8C7C-2D953F08206D}" type="parTrans" cxnId="{27F71710-F556-449C-A8FD-E4ECC36F39B3}">
      <dgm:prSet/>
      <dgm:spPr/>
      <dgm:t>
        <a:bodyPr/>
        <a:lstStyle/>
        <a:p>
          <a:endParaRPr lang="en-AU"/>
        </a:p>
      </dgm:t>
    </dgm:pt>
    <dgm:pt modelId="{FEA5C064-8DE7-44FE-A673-36371F1D077E}" type="sibTrans" cxnId="{27F71710-F556-449C-A8FD-E4ECC36F39B3}">
      <dgm:prSet/>
      <dgm:spPr/>
      <dgm:t>
        <a:bodyPr/>
        <a:lstStyle/>
        <a:p>
          <a:endParaRPr lang="en-AU"/>
        </a:p>
      </dgm:t>
    </dgm:pt>
    <dgm:pt modelId="{607D6B30-4979-4C4D-92EC-57BBF4C49ADC}">
      <dgm:prSet phldrT="[Text]" custT="1"/>
      <dgm:spPr/>
      <dgm:t>
        <a:bodyPr/>
        <a:lstStyle/>
        <a:p>
          <a:r>
            <a:rPr lang="en-AU" sz="2000" b="1" dirty="0" smtClean="0">
              <a:latin typeface="Arial" pitchFamily="34" charset="0"/>
              <a:cs typeface="Arial" pitchFamily="34" charset="0"/>
            </a:rPr>
            <a:t>6. Third reading</a:t>
          </a:r>
          <a:endParaRPr lang="en-AU" sz="2000" b="1" dirty="0">
            <a:latin typeface="Arial" pitchFamily="34" charset="0"/>
            <a:cs typeface="Arial" pitchFamily="34" charset="0"/>
          </a:endParaRPr>
        </a:p>
      </dgm:t>
    </dgm:pt>
    <dgm:pt modelId="{E1351404-7736-4931-9F7D-0425C9B4CE1E}" type="parTrans" cxnId="{C53E74FC-8131-4B2B-8359-347A07F04363}">
      <dgm:prSet/>
      <dgm:spPr/>
      <dgm:t>
        <a:bodyPr/>
        <a:lstStyle/>
        <a:p>
          <a:endParaRPr lang="en-AU"/>
        </a:p>
      </dgm:t>
    </dgm:pt>
    <dgm:pt modelId="{C0D6CF44-0CCC-40B7-9370-278F2530DC7D}" type="sibTrans" cxnId="{C53E74FC-8131-4B2B-8359-347A07F04363}">
      <dgm:prSet/>
      <dgm:spPr/>
      <dgm:t>
        <a:bodyPr/>
        <a:lstStyle/>
        <a:p>
          <a:endParaRPr lang="en-AU"/>
        </a:p>
      </dgm:t>
    </dgm:pt>
    <dgm:pt modelId="{9AA5AFA2-6BFD-4104-B548-2E5053E7B4B7}">
      <dgm:prSet phldrT="[Text]" custT="1"/>
      <dgm:spPr/>
      <dgm:t>
        <a:bodyPr/>
        <a:lstStyle/>
        <a:p>
          <a:r>
            <a:rPr lang="en-AU" sz="2000" b="1" dirty="0" smtClean="0">
              <a:latin typeface="Arial" pitchFamily="34" charset="0"/>
              <a:cs typeface="Arial" pitchFamily="34" charset="0"/>
            </a:rPr>
            <a:t>7. Royal assent — signed by the Governor</a:t>
          </a:r>
          <a:endParaRPr lang="en-AU" sz="2000" b="1" dirty="0">
            <a:latin typeface="Arial" pitchFamily="34" charset="0"/>
            <a:cs typeface="Arial" pitchFamily="34" charset="0"/>
          </a:endParaRPr>
        </a:p>
      </dgm:t>
    </dgm:pt>
    <dgm:pt modelId="{CEAA545C-CF41-4ECD-9CEB-5416DE5CCEB3}" type="parTrans" cxnId="{3578F566-BCA2-44BD-B5A2-920172C86D98}">
      <dgm:prSet/>
      <dgm:spPr/>
      <dgm:t>
        <a:bodyPr/>
        <a:lstStyle/>
        <a:p>
          <a:endParaRPr lang="en-AU"/>
        </a:p>
      </dgm:t>
    </dgm:pt>
    <dgm:pt modelId="{753EB750-9D20-47F9-8458-C9A53A9C20AE}" type="sibTrans" cxnId="{3578F566-BCA2-44BD-B5A2-920172C86D98}">
      <dgm:prSet/>
      <dgm:spPr/>
      <dgm:t>
        <a:bodyPr/>
        <a:lstStyle/>
        <a:p>
          <a:endParaRPr lang="en-AU"/>
        </a:p>
      </dgm:t>
    </dgm:pt>
    <dgm:pt modelId="{916DC274-0737-414F-99E8-7FEE44888A6D}">
      <dgm:prSet phldrT="[Text]" custT="1"/>
      <dgm:spPr/>
      <dgm:t>
        <a:bodyPr/>
        <a:lstStyle/>
        <a:p>
          <a:pPr algn="ctr"/>
          <a:r>
            <a:rPr lang="en-AU" sz="2000" b="1" dirty="0" smtClean="0">
              <a:latin typeface="Arial" pitchFamily="34" charset="0"/>
              <a:cs typeface="Arial" pitchFamily="34" charset="0"/>
            </a:rPr>
            <a:t>THE BILL BECOMES LAW</a:t>
          </a:r>
          <a:endParaRPr lang="en-AU" sz="2000" b="1" dirty="0">
            <a:latin typeface="Arial" pitchFamily="34" charset="0"/>
            <a:cs typeface="Arial" pitchFamily="34" charset="0"/>
          </a:endParaRPr>
        </a:p>
      </dgm:t>
    </dgm:pt>
    <dgm:pt modelId="{6A55F3AC-A101-4521-94E0-E2DD85D975D4}" type="parTrans" cxnId="{899CCE12-8049-4CC0-B152-242E7466D187}">
      <dgm:prSet/>
      <dgm:spPr/>
      <dgm:t>
        <a:bodyPr/>
        <a:lstStyle/>
        <a:p>
          <a:endParaRPr lang="en-AU"/>
        </a:p>
      </dgm:t>
    </dgm:pt>
    <dgm:pt modelId="{64F3E4B1-C5AF-489A-BA02-512A28E97430}" type="sibTrans" cxnId="{899CCE12-8049-4CC0-B152-242E7466D187}">
      <dgm:prSet/>
      <dgm:spPr/>
      <dgm:t>
        <a:bodyPr/>
        <a:lstStyle/>
        <a:p>
          <a:endParaRPr lang="en-AU"/>
        </a:p>
      </dgm:t>
    </dgm:pt>
    <dgm:pt modelId="{BE3547F7-5239-447A-A47F-CE38B1A612DD}" type="pres">
      <dgm:prSet presAssocID="{AC4AF22D-AC47-45C8-985E-6984D625399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AU"/>
        </a:p>
      </dgm:t>
    </dgm:pt>
    <dgm:pt modelId="{3F6DA119-DA8D-41F3-90E7-70D1C6780914}" type="pres">
      <dgm:prSet presAssocID="{61904CB0-C28B-4419-86A0-5CAB9722975A}" presName="parentText" presStyleLbl="node1" presStyleIdx="0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2375CE69-85D6-42DA-B3D9-87D73DF322CC}" type="pres">
      <dgm:prSet presAssocID="{E1325768-CC86-4A72-97FB-BD7CAF5DDC6A}" presName="spacer" presStyleCnt="0"/>
      <dgm:spPr/>
    </dgm:pt>
    <dgm:pt modelId="{17A6572B-6880-4200-A45D-344FCC15B55C}" type="pres">
      <dgm:prSet presAssocID="{AB81ADAB-0938-4D1F-97AA-FCF4FA151C80}" presName="parentText" presStyleLbl="node1" presStyleIdx="1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07FF57C3-C13F-4041-ABE9-CAF256C673DA}" type="pres">
      <dgm:prSet presAssocID="{20146BF8-053E-4BB2-AE62-E2067A92923A}" presName="spacer" presStyleCnt="0"/>
      <dgm:spPr/>
    </dgm:pt>
    <dgm:pt modelId="{49CC60BA-D69A-456B-88FA-F2DE289ABCBE}" type="pres">
      <dgm:prSet presAssocID="{8BF496DA-26D6-4D54-BE62-AF3573B709F4}" presName="parentText" presStyleLbl="node1" presStyleIdx="2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CEA6AE37-6F93-4BB9-96D8-4571967FFE82}" type="pres">
      <dgm:prSet presAssocID="{1094B9D0-C417-4483-8B75-D34D889D4DBD}" presName="spacer" presStyleCnt="0"/>
      <dgm:spPr/>
    </dgm:pt>
    <dgm:pt modelId="{3902EAF9-8B06-4CAD-9711-1F7DA79C2196}" type="pres">
      <dgm:prSet presAssocID="{7B358BE4-52EE-4C8A-9237-6A7794A9B63E}" presName="parentText" presStyleLbl="node1" presStyleIdx="3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722D3F9C-3823-47CE-828E-14D3A0CB417A}" type="pres">
      <dgm:prSet presAssocID="{DC15A6DE-B67C-4E51-8719-C29663C84F7C}" presName="spacer" presStyleCnt="0"/>
      <dgm:spPr/>
    </dgm:pt>
    <dgm:pt modelId="{F9B84C5B-BDCC-429C-92A6-8325792CD0C4}" type="pres">
      <dgm:prSet presAssocID="{95974F37-D04D-4500-9FA2-B0C611DF7276}" presName="parentText" presStyleLbl="node1" presStyleIdx="4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BA81805B-BD83-4513-9A91-4AEA90588383}" type="pres">
      <dgm:prSet presAssocID="{FEA5C064-8DE7-44FE-A673-36371F1D077E}" presName="spacer" presStyleCnt="0"/>
      <dgm:spPr/>
    </dgm:pt>
    <dgm:pt modelId="{98D81243-EB0F-4CFD-A390-CEB586AD55A3}" type="pres">
      <dgm:prSet presAssocID="{607D6B30-4979-4C4D-92EC-57BBF4C49ADC}" presName="parentText" presStyleLbl="node1" presStyleIdx="5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EBEB2CFF-4BAB-4306-8E2D-301B004A7E98}" type="pres">
      <dgm:prSet presAssocID="{C0D6CF44-0CCC-40B7-9370-278F2530DC7D}" presName="spacer" presStyleCnt="0"/>
      <dgm:spPr/>
    </dgm:pt>
    <dgm:pt modelId="{ECE96AAC-D1DA-4A7B-9923-5BE9E521C375}" type="pres">
      <dgm:prSet presAssocID="{9AA5AFA2-6BFD-4104-B548-2E5053E7B4B7}" presName="parentText" presStyleLbl="node1" presStyleIdx="6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0108AC7A-0FE0-4149-A658-0AF43486F1C0}" type="pres">
      <dgm:prSet presAssocID="{753EB750-9D20-47F9-8458-C9A53A9C20AE}" presName="spacer" presStyleCnt="0"/>
      <dgm:spPr/>
    </dgm:pt>
    <dgm:pt modelId="{FAB6BB87-89F7-4642-BC11-914A09DECEF1}" type="pres">
      <dgm:prSet presAssocID="{916DC274-0737-414F-99E8-7FEE44888A6D}" presName="parentText" presStyleLbl="node1" presStyleIdx="7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AU"/>
        </a:p>
      </dgm:t>
    </dgm:pt>
  </dgm:ptLst>
  <dgm:cxnLst>
    <dgm:cxn modelId="{27F71710-F556-449C-A8FD-E4ECC36F39B3}" srcId="{AC4AF22D-AC47-45C8-985E-6984D6253993}" destId="{95974F37-D04D-4500-9FA2-B0C611DF7276}" srcOrd="4" destOrd="0" parTransId="{C483BF1B-AC0C-46DD-8C7C-2D953F08206D}" sibTransId="{FEA5C064-8DE7-44FE-A673-36371F1D077E}"/>
    <dgm:cxn modelId="{BC160EC7-2B2C-4933-9A7A-E06B621CE1D3}" type="presOf" srcId="{9AA5AFA2-6BFD-4104-B548-2E5053E7B4B7}" destId="{ECE96AAC-D1DA-4A7B-9923-5BE9E521C375}" srcOrd="0" destOrd="0" presId="urn:microsoft.com/office/officeart/2005/8/layout/vList2"/>
    <dgm:cxn modelId="{1CE0BD0C-C25E-48B7-AB4E-BE6D28E4C4CB}" type="presOf" srcId="{95974F37-D04D-4500-9FA2-B0C611DF7276}" destId="{F9B84C5B-BDCC-429C-92A6-8325792CD0C4}" srcOrd="0" destOrd="0" presId="urn:microsoft.com/office/officeart/2005/8/layout/vList2"/>
    <dgm:cxn modelId="{8529EF34-9B75-4ED6-AC5C-8CB62C85EFAB}" srcId="{AC4AF22D-AC47-45C8-985E-6984D6253993}" destId="{AB81ADAB-0938-4D1F-97AA-FCF4FA151C80}" srcOrd="1" destOrd="0" parTransId="{96E33B4A-4B24-41A3-8FAD-934773A1E1DD}" sibTransId="{20146BF8-053E-4BB2-AE62-E2067A92923A}"/>
    <dgm:cxn modelId="{0B8EC32E-1413-4F5F-8C16-3212AAFBBD80}" srcId="{AC4AF22D-AC47-45C8-985E-6984D6253993}" destId="{8BF496DA-26D6-4D54-BE62-AF3573B709F4}" srcOrd="2" destOrd="0" parTransId="{017A0D5A-A467-468A-A76A-6D76CAA7DFCC}" sibTransId="{1094B9D0-C417-4483-8B75-D34D889D4DBD}"/>
    <dgm:cxn modelId="{3578F566-BCA2-44BD-B5A2-920172C86D98}" srcId="{AC4AF22D-AC47-45C8-985E-6984D6253993}" destId="{9AA5AFA2-6BFD-4104-B548-2E5053E7B4B7}" srcOrd="6" destOrd="0" parTransId="{CEAA545C-CF41-4ECD-9CEB-5416DE5CCEB3}" sibTransId="{753EB750-9D20-47F9-8458-C9A53A9C20AE}"/>
    <dgm:cxn modelId="{A32DDF00-24C6-4632-B976-BC4B0084AD10}" srcId="{AC4AF22D-AC47-45C8-985E-6984D6253993}" destId="{61904CB0-C28B-4419-86A0-5CAB9722975A}" srcOrd="0" destOrd="0" parTransId="{F278CDAB-404F-4383-8FB7-6BFC86FE199D}" sibTransId="{E1325768-CC86-4A72-97FB-BD7CAF5DDC6A}"/>
    <dgm:cxn modelId="{C53E74FC-8131-4B2B-8359-347A07F04363}" srcId="{AC4AF22D-AC47-45C8-985E-6984D6253993}" destId="{607D6B30-4979-4C4D-92EC-57BBF4C49ADC}" srcOrd="5" destOrd="0" parTransId="{E1351404-7736-4931-9F7D-0425C9B4CE1E}" sibTransId="{C0D6CF44-0CCC-40B7-9370-278F2530DC7D}"/>
    <dgm:cxn modelId="{050F7ED6-1B37-452C-8B01-E0AD82F68643}" type="presOf" srcId="{AB81ADAB-0938-4D1F-97AA-FCF4FA151C80}" destId="{17A6572B-6880-4200-A45D-344FCC15B55C}" srcOrd="0" destOrd="0" presId="urn:microsoft.com/office/officeart/2005/8/layout/vList2"/>
    <dgm:cxn modelId="{94C72C74-41E5-49BC-87CB-82050CEF05D0}" type="presOf" srcId="{916DC274-0737-414F-99E8-7FEE44888A6D}" destId="{FAB6BB87-89F7-4642-BC11-914A09DECEF1}" srcOrd="0" destOrd="0" presId="urn:microsoft.com/office/officeart/2005/8/layout/vList2"/>
    <dgm:cxn modelId="{188B52D9-4B64-496D-BB67-73DE2E8E10CC}" type="presOf" srcId="{7B358BE4-52EE-4C8A-9237-6A7794A9B63E}" destId="{3902EAF9-8B06-4CAD-9711-1F7DA79C2196}" srcOrd="0" destOrd="0" presId="urn:microsoft.com/office/officeart/2005/8/layout/vList2"/>
    <dgm:cxn modelId="{4738AFFE-2595-4AE3-90DF-F2EB7EB2CA52}" type="presOf" srcId="{61904CB0-C28B-4419-86A0-5CAB9722975A}" destId="{3F6DA119-DA8D-41F3-90E7-70D1C6780914}" srcOrd="0" destOrd="0" presId="urn:microsoft.com/office/officeart/2005/8/layout/vList2"/>
    <dgm:cxn modelId="{899CCE12-8049-4CC0-B152-242E7466D187}" srcId="{AC4AF22D-AC47-45C8-985E-6984D6253993}" destId="{916DC274-0737-414F-99E8-7FEE44888A6D}" srcOrd="7" destOrd="0" parTransId="{6A55F3AC-A101-4521-94E0-E2DD85D975D4}" sibTransId="{64F3E4B1-C5AF-489A-BA02-512A28E97430}"/>
    <dgm:cxn modelId="{7ED3AB9D-5C2C-4EE9-BF7C-784EE3DAC416}" type="presOf" srcId="{8BF496DA-26D6-4D54-BE62-AF3573B709F4}" destId="{49CC60BA-D69A-456B-88FA-F2DE289ABCBE}" srcOrd="0" destOrd="0" presId="urn:microsoft.com/office/officeart/2005/8/layout/vList2"/>
    <dgm:cxn modelId="{F532A43E-CB99-4A52-AFA9-EA347C2C3FC9}" srcId="{AC4AF22D-AC47-45C8-985E-6984D6253993}" destId="{7B358BE4-52EE-4C8A-9237-6A7794A9B63E}" srcOrd="3" destOrd="0" parTransId="{9077ACA8-92C9-4441-8B5A-F4942428FF93}" sibTransId="{DC15A6DE-B67C-4E51-8719-C29663C84F7C}"/>
    <dgm:cxn modelId="{4B1CC568-B80E-4415-98AE-2CC54EF310B0}" type="presOf" srcId="{607D6B30-4979-4C4D-92EC-57BBF4C49ADC}" destId="{98D81243-EB0F-4CFD-A390-CEB586AD55A3}" srcOrd="0" destOrd="0" presId="urn:microsoft.com/office/officeart/2005/8/layout/vList2"/>
    <dgm:cxn modelId="{FD21D376-9241-4EAE-82CB-56833DB5CAA3}" type="presOf" srcId="{AC4AF22D-AC47-45C8-985E-6984D6253993}" destId="{BE3547F7-5239-447A-A47F-CE38B1A612DD}" srcOrd="0" destOrd="0" presId="urn:microsoft.com/office/officeart/2005/8/layout/vList2"/>
    <dgm:cxn modelId="{A9F60CC9-B7E8-49F7-A31B-FEA51E1B1248}" type="presParOf" srcId="{BE3547F7-5239-447A-A47F-CE38B1A612DD}" destId="{3F6DA119-DA8D-41F3-90E7-70D1C6780914}" srcOrd="0" destOrd="0" presId="urn:microsoft.com/office/officeart/2005/8/layout/vList2"/>
    <dgm:cxn modelId="{DC6550B9-63F1-4150-84E6-ED53111D7B2C}" type="presParOf" srcId="{BE3547F7-5239-447A-A47F-CE38B1A612DD}" destId="{2375CE69-85D6-42DA-B3D9-87D73DF322CC}" srcOrd="1" destOrd="0" presId="urn:microsoft.com/office/officeart/2005/8/layout/vList2"/>
    <dgm:cxn modelId="{294726D9-7D98-4F5A-9F61-FE3046BFB027}" type="presParOf" srcId="{BE3547F7-5239-447A-A47F-CE38B1A612DD}" destId="{17A6572B-6880-4200-A45D-344FCC15B55C}" srcOrd="2" destOrd="0" presId="urn:microsoft.com/office/officeart/2005/8/layout/vList2"/>
    <dgm:cxn modelId="{E8D7D826-425D-4E6D-A572-479A5B6208B9}" type="presParOf" srcId="{BE3547F7-5239-447A-A47F-CE38B1A612DD}" destId="{07FF57C3-C13F-4041-ABE9-CAF256C673DA}" srcOrd="3" destOrd="0" presId="urn:microsoft.com/office/officeart/2005/8/layout/vList2"/>
    <dgm:cxn modelId="{3026D741-9D80-459B-989C-9ABFB9EE9E3C}" type="presParOf" srcId="{BE3547F7-5239-447A-A47F-CE38B1A612DD}" destId="{49CC60BA-D69A-456B-88FA-F2DE289ABCBE}" srcOrd="4" destOrd="0" presId="urn:microsoft.com/office/officeart/2005/8/layout/vList2"/>
    <dgm:cxn modelId="{880CF8EE-F516-4555-B3B0-6EC5052618A7}" type="presParOf" srcId="{BE3547F7-5239-447A-A47F-CE38B1A612DD}" destId="{CEA6AE37-6F93-4BB9-96D8-4571967FFE82}" srcOrd="5" destOrd="0" presId="urn:microsoft.com/office/officeart/2005/8/layout/vList2"/>
    <dgm:cxn modelId="{1701AB04-4465-4804-B705-2976293FA688}" type="presParOf" srcId="{BE3547F7-5239-447A-A47F-CE38B1A612DD}" destId="{3902EAF9-8B06-4CAD-9711-1F7DA79C2196}" srcOrd="6" destOrd="0" presId="urn:microsoft.com/office/officeart/2005/8/layout/vList2"/>
    <dgm:cxn modelId="{15FBD5AA-1FC8-402A-AD95-BD13A02BD1E7}" type="presParOf" srcId="{BE3547F7-5239-447A-A47F-CE38B1A612DD}" destId="{722D3F9C-3823-47CE-828E-14D3A0CB417A}" srcOrd="7" destOrd="0" presId="urn:microsoft.com/office/officeart/2005/8/layout/vList2"/>
    <dgm:cxn modelId="{E466B7B7-53F9-4FC9-B50D-EB421E44699E}" type="presParOf" srcId="{BE3547F7-5239-447A-A47F-CE38B1A612DD}" destId="{F9B84C5B-BDCC-429C-92A6-8325792CD0C4}" srcOrd="8" destOrd="0" presId="urn:microsoft.com/office/officeart/2005/8/layout/vList2"/>
    <dgm:cxn modelId="{17A9A7F6-2086-4FBC-929A-03A481B9FFE7}" type="presParOf" srcId="{BE3547F7-5239-447A-A47F-CE38B1A612DD}" destId="{BA81805B-BD83-4513-9A91-4AEA90588383}" srcOrd="9" destOrd="0" presId="urn:microsoft.com/office/officeart/2005/8/layout/vList2"/>
    <dgm:cxn modelId="{2D25D941-8176-4095-99B2-1C3A6DB9DA22}" type="presParOf" srcId="{BE3547F7-5239-447A-A47F-CE38B1A612DD}" destId="{98D81243-EB0F-4CFD-A390-CEB586AD55A3}" srcOrd="10" destOrd="0" presId="urn:microsoft.com/office/officeart/2005/8/layout/vList2"/>
    <dgm:cxn modelId="{DEC892A6-A065-4450-91C0-05231A69500C}" type="presParOf" srcId="{BE3547F7-5239-447A-A47F-CE38B1A612DD}" destId="{EBEB2CFF-4BAB-4306-8E2D-301B004A7E98}" srcOrd="11" destOrd="0" presId="urn:microsoft.com/office/officeart/2005/8/layout/vList2"/>
    <dgm:cxn modelId="{0C9C7BA3-85FD-40AE-835B-ED9A79315664}" type="presParOf" srcId="{BE3547F7-5239-447A-A47F-CE38B1A612DD}" destId="{ECE96AAC-D1DA-4A7B-9923-5BE9E521C375}" srcOrd="12" destOrd="0" presId="urn:microsoft.com/office/officeart/2005/8/layout/vList2"/>
    <dgm:cxn modelId="{B21954A8-949C-4A35-81E2-36C82796B086}" type="presParOf" srcId="{BE3547F7-5239-447A-A47F-CE38B1A612DD}" destId="{0108AC7A-0FE0-4149-A658-0AF43486F1C0}" srcOrd="13" destOrd="0" presId="urn:microsoft.com/office/officeart/2005/8/layout/vList2"/>
    <dgm:cxn modelId="{2F724E10-3D3F-49D7-AC45-5902B6188A9E}" type="presParOf" srcId="{BE3547F7-5239-447A-A47F-CE38B1A612DD}" destId="{FAB6BB87-89F7-4642-BC11-914A09DECEF1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E99F5BE-5238-458D-BEDC-7AD7805DF57E}" type="doc">
      <dgm:prSet loTypeId="urn:microsoft.com/office/officeart/2005/8/layout/hList1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AU"/>
        </a:p>
      </dgm:t>
    </dgm:pt>
    <dgm:pt modelId="{9B103823-BAAC-4C32-930D-B8F32E98DE26}">
      <dgm:prSet phldrT="[Text]" custT="1"/>
      <dgm:spPr/>
      <dgm:t>
        <a:bodyPr/>
        <a:lstStyle/>
        <a:p>
          <a:r>
            <a:rPr lang="en-AU" sz="2000" dirty="0" smtClean="0">
              <a:latin typeface="Arial" pitchFamily="34" charset="0"/>
              <a:cs typeface="Arial" pitchFamily="34" charset="0"/>
            </a:rPr>
            <a:t>Most Bills are introduced:</a:t>
          </a:r>
          <a:endParaRPr lang="en-AU" sz="2000" dirty="0">
            <a:latin typeface="Arial" pitchFamily="34" charset="0"/>
            <a:cs typeface="Arial" pitchFamily="34" charset="0"/>
          </a:endParaRPr>
        </a:p>
      </dgm:t>
    </dgm:pt>
    <dgm:pt modelId="{65A0819F-C67F-44A2-9F12-EA7B5A14D55C}" type="parTrans" cxnId="{8C217F15-A089-44EF-AA33-3EC420148D83}">
      <dgm:prSet/>
      <dgm:spPr/>
      <dgm:t>
        <a:bodyPr/>
        <a:lstStyle/>
        <a:p>
          <a:endParaRPr lang="en-AU"/>
        </a:p>
      </dgm:t>
    </dgm:pt>
    <dgm:pt modelId="{B0F1557E-7581-4830-9AEE-DE75B78DED15}" type="sibTrans" cxnId="{8C217F15-A089-44EF-AA33-3EC420148D83}">
      <dgm:prSet/>
      <dgm:spPr/>
      <dgm:t>
        <a:bodyPr/>
        <a:lstStyle/>
        <a:p>
          <a:endParaRPr lang="en-AU"/>
        </a:p>
      </dgm:t>
    </dgm:pt>
    <dgm:pt modelId="{9291A352-CB57-4770-AE02-3C465E0CFAC5}">
      <dgm:prSet phldrT="[Text]"/>
      <dgm:spPr/>
      <dgm:t>
        <a:bodyPr/>
        <a:lstStyle/>
        <a:p>
          <a:r>
            <a:rPr lang="en-AU" dirty="0" smtClean="0">
              <a:latin typeface="Arial" pitchFamily="34" charset="0"/>
              <a:cs typeface="Arial" pitchFamily="34" charset="0"/>
            </a:rPr>
            <a:t>in the House of Representatives and then are sent to the Senate</a:t>
          </a:r>
          <a:endParaRPr lang="en-AU" dirty="0">
            <a:latin typeface="Arial" pitchFamily="34" charset="0"/>
            <a:cs typeface="Arial" pitchFamily="34" charset="0"/>
          </a:endParaRPr>
        </a:p>
      </dgm:t>
    </dgm:pt>
    <dgm:pt modelId="{367E936E-43B3-4129-8FA9-A69A86C2F928}" type="parTrans" cxnId="{6A96A420-D31D-4C9E-A48E-161855CF60E4}">
      <dgm:prSet/>
      <dgm:spPr/>
      <dgm:t>
        <a:bodyPr/>
        <a:lstStyle/>
        <a:p>
          <a:endParaRPr lang="en-AU"/>
        </a:p>
      </dgm:t>
    </dgm:pt>
    <dgm:pt modelId="{ED8A5880-4498-4CF3-BECF-1DC3883B60A7}" type="sibTrans" cxnId="{6A96A420-D31D-4C9E-A48E-161855CF60E4}">
      <dgm:prSet/>
      <dgm:spPr/>
      <dgm:t>
        <a:bodyPr/>
        <a:lstStyle/>
        <a:p>
          <a:endParaRPr lang="en-AU"/>
        </a:p>
      </dgm:t>
    </dgm:pt>
    <dgm:pt modelId="{0CB4DA6E-099A-46D2-93BB-E2560AA9546B}">
      <dgm:prSet phldrT="[Text]"/>
      <dgm:spPr/>
      <dgm:t>
        <a:bodyPr/>
        <a:lstStyle/>
        <a:p>
          <a:r>
            <a:rPr lang="en-AU" dirty="0" smtClean="0">
              <a:latin typeface="Arial" pitchFamily="34" charset="0"/>
              <a:cs typeface="Arial" pitchFamily="34" charset="0"/>
            </a:rPr>
            <a:t>by government ministers.</a:t>
          </a:r>
          <a:endParaRPr lang="en-AU" dirty="0">
            <a:latin typeface="Arial" pitchFamily="34" charset="0"/>
            <a:cs typeface="Arial" pitchFamily="34" charset="0"/>
          </a:endParaRPr>
        </a:p>
      </dgm:t>
    </dgm:pt>
    <dgm:pt modelId="{DF279FCA-39B8-44AA-8302-5F757149C2B5}" type="parTrans" cxnId="{C3BFA595-5256-4E37-95B8-9371C3DC53CE}">
      <dgm:prSet/>
      <dgm:spPr/>
      <dgm:t>
        <a:bodyPr/>
        <a:lstStyle/>
        <a:p>
          <a:endParaRPr lang="en-AU"/>
        </a:p>
      </dgm:t>
    </dgm:pt>
    <dgm:pt modelId="{1D8D45A0-8EC0-44CC-B0A0-642F9A1D5881}" type="sibTrans" cxnId="{C3BFA595-5256-4E37-95B8-9371C3DC53CE}">
      <dgm:prSet/>
      <dgm:spPr/>
      <dgm:t>
        <a:bodyPr/>
        <a:lstStyle/>
        <a:p>
          <a:endParaRPr lang="en-AU"/>
        </a:p>
      </dgm:t>
    </dgm:pt>
    <dgm:pt modelId="{68E1B48F-DF3B-479D-BCD5-A8F601DFB242}">
      <dgm:prSet phldrT="[Text]" custT="1"/>
      <dgm:spPr/>
      <dgm:t>
        <a:bodyPr/>
        <a:lstStyle/>
        <a:p>
          <a:r>
            <a:rPr lang="en-AU" sz="1600" dirty="0" smtClean="0">
              <a:latin typeface="Arial" pitchFamily="34" charset="0"/>
              <a:cs typeface="Arial" pitchFamily="34" charset="0"/>
            </a:rPr>
            <a:t>A Bill can be introduced into the Senate, except for Bills concerning:</a:t>
          </a:r>
          <a:endParaRPr lang="en-AU" sz="1600" dirty="0">
            <a:latin typeface="Arial" pitchFamily="34" charset="0"/>
            <a:cs typeface="Arial" pitchFamily="34" charset="0"/>
          </a:endParaRPr>
        </a:p>
      </dgm:t>
    </dgm:pt>
    <dgm:pt modelId="{C74F411D-3CCE-40EA-96C6-4E6FE483579B}" type="parTrans" cxnId="{8E65BBF5-AEED-4323-BEAD-E1243C69E424}">
      <dgm:prSet/>
      <dgm:spPr/>
      <dgm:t>
        <a:bodyPr/>
        <a:lstStyle/>
        <a:p>
          <a:endParaRPr lang="en-AU"/>
        </a:p>
      </dgm:t>
    </dgm:pt>
    <dgm:pt modelId="{FD9DEAC7-73EB-4C93-8C6B-AD063028B667}" type="sibTrans" cxnId="{8E65BBF5-AEED-4323-BEAD-E1243C69E424}">
      <dgm:prSet/>
      <dgm:spPr/>
      <dgm:t>
        <a:bodyPr/>
        <a:lstStyle/>
        <a:p>
          <a:endParaRPr lang="en-AU"/>
        </a:p>
      </dgm:t>
    </dgm:pt>
    <dgm:pt modelId="{5E0BEDEE-16A5-461E-8130-9FF7363A376E}">
      <dgm:prSet phldrT="[Text]" custT="1"/>
      <dgm:spPr/>
      <dgm:t>
        <a:bodyPr/>
        <a:lstStyle/>
        <a:p>
          <a:r>
            <a:rPr lang="en-AU" sz="2400" dirty="0" smtClean="0">
              <a:latin typeface="Arial" pitchFamily="34" charset="0"/>
              <a:cs typeface="Arial" pitchFamily="34" charset="0"/>
            </a:rPr>
            <a:t>money</a:t>
          </a:r>
          <a:endParaRPr lang="en-AU" sz="2400" dirty="0">
            <a:latin typeface="Arial" pitchFamily="34" charset="0"/>
            <a:cs typeface="Arial" pitchFamily="34" charset="0"/>
          </a:endParaRPr>
        </a:p>
      </dgm:t>
    </dgm:pt>
    <dgm:pt modelId="{52327686-3F48-46FB-BC9C-0E1B0E48988E}" type="parTrans" cxnId="{EDB5178F-4618-46D0-B3FB-7A46BCD30D47}">
      <dgm:prSet/>
      <dgm:spPr/>
      <dgm:t>
        <a:bodyPr/>
        <a:lstStyle/>
        <a:p>
          <a:endParaRPr lang="en-AU"/>
        </a:p>
      </dgm:t>
    </dgm:pt>
    <dgm:pt modelId="{C04D18EA-4328-4988-B466-1056C9947DD1}" type="sibTrans" cxnId="{EDB5178F-4618-46D0-B3FB-7A46BCD30D47}">
      <dgm:prSet/>
      <dgm:spPr/>
      <dgm:t>
        <a:bodyPr/>
        <a:lstStyle/>
        <a:p>
          <a:endParaRPr lang="en-AU"/>
        </a:p>
      </dgm:t>
    </dgm:pt>
    <dgm:pt modelId="{1F8C2DF3-5AEC-47FF-9EE0-4CA3F2271051}">
      <dgm:prSet phldrT="[Text]" custT="1"/>
      <dgm:spPr/>
      <dgm:t>
        <a:bodyPr/>
        <a:lstStyle/>
        <a:p>
          <a:r>
            <a:rPr lang="en-AU" sz="2400" dirty="0" smtClean="0">
              <a:latin typeface="Arial" pitchFamily="34" charset="0"/>
              <a:cs typeface="Arial" pitchFamily="34" charset="0"/>
            </a:rPr>
            <a:t>taxation.</a:t>
          </a:r>
          <a:endParaRPr lang="en-AU" sz="2400" dirty="0">
            <a:latin typeface="Arial" pitchFamily="34" charset="0"/>
            <a:cs typeface="Arial" pitchFamily="34" charset="0"/>
          </a:endParaRPr>
        </a:p>
      </dgm:t>
    </dgm:pt>
    <dgm:pt modelId="{D58D193A-C289-4153-803E-939F69FE9C19}" type="parTrans" cxnId="{4DCFD091-2514-42E3-9968-4024CB87959D}">
      <dgm:prSet/>
      <dgm:spPr/>
      <dgm:t>
        <a:bodyPr/>
        <a:lstStyle/>
        <a:p>
          <a:endParaRPr lang="en-AU"/>
        </a:p>
      </dgm:t>
    </dgm:pt>
    <dgm:pt modelId="{CB21D981-D406-462D-AC60-AD0FACA09BEC}" type="sibTrans" cxnId="{4DCFD091-2514-42E3-9968-4024CB87959D}">
      <dgm:prSet/>
      <dgm:spPr/>
      <dgm:t>
        <a:bodyPr/>
        <a:lstStyle/>
        <a:p>
          <a:endParaRPr lang="en-AU"/>
        </a:p>
      </dgm:t>
    </dgm:pt>
    <dgm:pt modelId="{46E45D28-1F60-45A8-B551-5E27D95BB662}">
      <dgm:prSet phldrT="[Text]" custT="1"/>
      <dgm:spPr/>
      <dgm:t>
        <a:bodyPr/>
        <a:lstStyle/>
        <a:p>
          <a:r>
            <a:rPr lang="en-AU" sz="1800" dirty="0" smtClean="0">
              <a:latin typeface="Arial" pitchFamily="34" charset="0"/>
              <a:cs typeface="Arial" pitchFamily="34" charset="0"/>
            </a:rPr>
            <a:t>Bills can take weeks or months to pass through parliament.</a:t>
          </a:r>
          <a:endParaRPr lang="en-AU" sz="1800" dirty="0">
            <a:latin typeface="Arial" pitchFamily="34" charset="0"/>
            <a:cs typeface="Arial" pitchFamily="34" charset="0"/>
          </a:endParaRPr>
        </a:p>
      </dgm:t>
    </dgm:pt>
    <dgm:pt modelId="{2C4CAC4A-25FF-4D4B-8580-A01101586608}" type="parTrans" cxnId="{62BAAA4F-4DFF-4B83-9310-903FFFD98879}">
      <dgm:prSet/>
      <dgm:spPr/>
      <dgm:t>
        <a:bodyPr/>
        <a:lstStyle/>
        <a:p>
          <a:endParaRPr lang="en-AU"/>
        </a:p>
      </dgm:t>
    </dgm:pt>
    <dgm:pt modelId="{018B4AED-3784-4246-A164-D85F337B2712}" type="sibTrans" cxnId="{62BAAA4F-4DFF-4B83-9310-903FFFD98879}">
      <dgm:prSet/>
      <dgm:spPr/>
      <dgm:t>
        <a:bodyPr/>
        <a:lstStyle/>
        <a:p>
          <a:endParaRPr lang="en-AU"/>
        </a:p>
      </dgm:t>
    </dgm:pt>
    <dgm:pt modelId="{B55DDFC6-6D16-45C1-B17B-3E20921B3B35}">
      <dgm:prSet phldrT="[Text]"/>
      <dgm:spPr/>
      <dgm:t>
        <a:bodyPr/>
        <a:lstStyle/>
        <a:p>
          <a:r>
            <a:rPr lang="en-AU" dirty="0" smtClean="0">
              <a:latin typeface="Arial" pitchFamily="34" charset="0"/>
              <a:cs typeface="Arial" pitchFamily="34" charset="0"/>
            </a:rPr>
            <a:t>200 Bills are introduced into parliament each year.</a:t>
          </a:r>
          <a:endParaRPr lang="en-AU" dirty="0">
            <a:latin typeface="Arial" pitchFamily="34" charset="0"/>
            <a:cs typeface="Arial" pitchFamily="34" charset="0"/>
          </a:endParaRPr>
        </a:p>
      </dgm:t>
    </dgm:pt>
    <dgm:pt modelId="{5AB712CA-E719-41E4-9127-5F302D2E4842}" type="parTrans" cxnId="{65D74860-41A3-4075-A168-182B408AB65E}">
      <dgm:prSet/>
      <dgm:spPr/>
      <dgm:t>
        <a:bodyPr/>
        <a:lstStyle/>
        <a:p>
          <a:endParaRPr lang="en-AU"/>
        </a:p>
      </dgm:t>
    </dgm:pt>
    <dgm:pt modelId="{5FC4B9C4-515F-4F01-934E-913B13657388}" type="sibTrans" cxnId="{65D74860-41A3-4075-A168-182B408AB65E}">
      <dgm:prSet/>
      <dgm:spPr/>
      <dgm:t>
        <a:bodyPr/>
        <a:lstStyle/>
        <a:p>
          <a:endParaRPr lang="en-AU"/>
        </a:p>
      </dgm:t>
    </dgm:pt>
    <dgm:pt modelId="{1594B7AD-FA8A-4B53-AE9F-0A2593079576}">
      <dgm:prSet phldrT="[Text]"/>
      <dgm:spPr/>
      <dgm:t>
        <a:bodyPr/>
        <a:lstStyle/>
        <a:p>
          <a:r>
            <a:rPr lang="en-AU" dirty="0" smtClean="0">
              <a:latin typeface="Arial" pitchFamily="34" charset="0"/>
              <a:cs typeface="Arial" pitchFamily="34" charset="0"/>
            </a:rPr>
            <a:t>90 per cent of Bills are passed into law.</a:t>
          </a:r>
          <a:endParaRPr lang="en-AU" dirty="0">
            <a:latin typeface="Arial" pitchFamily="34" charset="0"/>
            <a:cs typeface="Arial" pitchFamily="34" charset="0"/>
          </a:endParaRPr>
        </a:p>
      </dgm:t>
    </dgm:pt>
    <dgm:pt modelId="{BE8F109A-D012-4EFA-BF3D-ED28119B43A6}" type="parTrans" cxnId="{CA1A2CA6-3628-4986-AFB8-B9963978317C}">
      <dgm:prSet/>
      <dgm:spPr/>
      <dgm:t>
        <a:bodyPr/>
        <a:lstStyle/>
        <a:p>
          <a:endParaRPr lang="en-AU"/>
        </a:p>
      </dgm:t>
    </dgm:pt>
    <dgm:pt modelId="{D877BAB9-8FE4-41AA-A72F-FA71485C6A50}" type="sibTrans" cxnId="{CA1A2CA6-3628-4986-AFB8-B9963978317C}">
      <dgm:prSet/>
      <dgm:spPr/>
      <dgm:t>
        <a:bodyPr/>
        <a:lstStyle/>
        <a:p>
          <a:endParaRPr lang="en-AU"/>
        </a:p>
      </dgm:t>
    </dgm:pt>
    <dgm:pt modelId="{96A6E45D-7478-4F41-860A-58F3025F3BA8}">
      <dgm:prSet phldrT="[Text]"/>
      <dgm:spPr/>
      <dgm:t>
        <a:bodyPr/>
        <a:lstStyle/>
        <a:p>
          <a:endParaRPr lang="en-AU" dirty="0">
            <a:latin typeface="Arial" pitchFamily="34" charset="0"/>
            <a:cs typeface="Arial" pitchFamily="34" charset="0"/>
          </a:endParaRPr>
        </a:p>
      </dgm:t>
    </dgm:pt>
    <dgm:pt modelId="{035DDF76-04AB-4EF1-947E-82C733873544}" type="parTrans" cxnId="{BCCD79E3-6D23-4CD3-88AA-92FCD4A9A671}">
      <dgm:prSet/>
      <dgm:spPr/>
      <dgm:t>
        <a:bodyPr/>
        <a:lstStyle/>
        <a:p>
          <a:endParaRPr lang="en-AU"/>
        </a:p>
      </dgm:t>
    </dgm:pt>
    <dgm:pt modelId="{DB824AB0-1067-4903-B137-B01B75DC146D}" type="sibTrans" cxnId="{BCCD79E3-6D23-4CD3-88AA-92FCD4A9A671}">
      <dgm:prSet/>
      <dgm:spPr/>
      <dgm:t>
        <a:bodyPr/>
        <a:lstStyle/>
        <a:p>
          <a:endParaRPr lang="en-AU"/>
        </a:p>
      </dgm:t>
    </dgm:pt>
    <dgm:pt modelId="{AE68DC5B-8CB2-4209-8358-C2B9956D964A}">
      <dgm:prSet phldrT="[Text]"/>
      <dgm:spPr/>
      <dgm:t>
        <a:bodyPr/>
        <a:lstStyle/>
        <a:p>
          <a:endParaRPr lang="en-AU" sz="2100" dirty="0">
            <a:latin typeface="Arial" pitchFamily="34" charset="0"/>
            <a:cs typeface="Arial" pitchFamily="34" charset="0"/>
          </a:endParaRPr>
        </a:p>
      </dgm:t>
    </dgm:pt>
    <dgm:pt modelId="{67C92A7A-06EE-4710-BF40-0F1704CA3E86}" type="parTrans" cxnId="{26A8E434-F84E-4EF2-86FD-15463B4A817A}">
      <dgm:prSet/>
      <dgm:spPr/>
      <dgm:t>
        <a:bodyPr/>
        <a:lstStyle/>
        <a:p>
          <a:endParaRPr lang="en-AU"/>
        </a:p>
      </dgm:t>
    </dgm:pt>
    <dgm:pt modelId="{E81C78F8-32AE-481B-A81E-1370799B6ABC}" type="sibTrans" cxnId="{26A8E434-F84E-4EF2-86FD-15463B4A817A}">
      <dgm:prSet/>
      <dgm:spPr/>
      <dgm:t>
        <a:bodyPr/>
        <a:lstStyle/>
        <a:p>
          <a:endParaRPr lang="en-AU"/>
        </a:p>
      </dgm:t>
    </dgm:pt>
    <dgm:pt modelId="{FEE0DF66-8A89-43C7-99AF-2AE0896C9851}">
      <dgm:prSet phldrT="[Text]"/>
      <dgm:spPr/>
      <dgm:t>
        <a:bodyPr/>
        <a:lstStyle/>
        <a:p>
          <a:endParaRPr lang="en-AU" dirty="0">
            <a:latin typeface="Arial" pitchFamily="34" charset="0"/>
            <a:cs typeface="Arial" pitchFamily="34" charset="0"/>
          </a:endParaRPr>
        </a:p>
      </dgm:t>
    </dgm:pt>
    <dgm:pt modelId="{3DB5F237-D70D-49AB-873F-7E58C693C4AA}" type="parTrans" cxnId="{29A291D2-6B28-4B4D-BE17-57F6A9AFF82A}">
      <dgm:prSet/>
      <dgm:spPr/>
      <dgm:t>
        <a:bodyPr/>
        <a:lstStyle/>
        <a:p>
          <a:endParaRPr lang="en-AU"/>
        </a:p>
      </dgm:t>
    </dgm:pt>
    <dgm:pt modelId="{4A12A645-6364-43C0-BB66-18EA9D1731DD}" type="sibTrans" cxnId="{29A291D2-6B28-4B4D-BE17-57F6A9AFF82A}">
      <dgm:prSet/>
      <dgm:spPr/>
      <dgm:t>
        <a:bodyPr/>
        <a:lstStyle/>
        <a:p>
          <a:endParaRPr lang="en-AU"/>
        </a:p>
      </dgm:t>
    </dgm:pt>
    <dgm:pt modelId="{D3199EDE-74E0-4034-A6A9-F6C4DCC4407E}" type="pres">
      <dgm:prSet presAssocID="{0E99F5BE-5238-458D-BEDC-7AD7805DF57E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AU"/>
        </a:p>
      </dgm:t>
    </dgm:pt>
    <dgm:pt modelId="{85C3FCBF-B365-41F7-8CAF-A10B9893448B}" type="pres">
      <dgm:prSet presAssocID="{9B103823-BAAC-4C32-930D-B8F32E98DE26}" presName="composite" presStyleCnt="0"/>
      <dgm:spPr/>
      <dgm:t>
        <a:bodyPr/>
        <a:lstStyle/>
        <a:p>
          <a:endParaRPr lang="en-AU"/>
        </a:p>
      </dgm:t>
    </dgm:pt>
    <dgm:pt modelId="{4CC01C3B-FFC9-4969-9466-605208B9BEA4}" type="pres">
      <dgm:prSet presAssocID="{9B103823-BAAC-4C32-930D-B8F32E98DE26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6138BD15-3E3E-4594-8F22-5C0EBA1250E5}" type="pres">
      <dgm:prSet presAssocID="{9B103823-BAAC-4C32-930D-B8F32E98DE26}" presName="desTx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7F358F53-AB3C-4670-A459-5644F024161E}" type="pres">
      <dgm:prSet presAssocID="{B0F1557E-7581-4830-9AEE-DE75B78DED15}" presName="space" presStyleCnt="0"/>
      <dgm:spPr/>
      <dgm:t>
        <a:bodyPr/>
        <a:lstStyle/>
        <a:p>
          <a:endParaRPr lang="en-AU"/>
        </a:p>
      </dgm:t>
    </dgm:pt>
    <dgm:pt modelId="{EE731F9A-DAB0-41DE-865F-D447F257BA68}" type="pres">
      <dgm:prSet presAssocID="{68E1B48F-DF3B-479D-BCD5-A8F601DFB242}" presName="composite" presStyleCnt="0"/>
      <dgm:spPr/>
      <dgm:t>
        <a:bodyPr/>
        <a:lstStyle/>
        <a:p>
          <a:endParaRPr lang="en-AU"/>
        </a:p>
      </dgm:t>
    </dgm:pt>
    <dgm:pt modelId="{84F3143A-6974-4103-B5EA-D31C2C9DF50C}" type="pres">
      <dgm:prSet presAssocID="{68E1B48F-DF3B-479D-BCD5-A8F601DFB242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E9CE2593-CFC1-4DB0-AABC-34349B0E64EE}" type="pres">
      <dgm:prSet presAssocID="{68E1B48F-DF3B-479D-BCD5-A8F601DFB242}" presName="desTx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4DA62EAB-51AA-43AB-A5E8-B54402F64128}" type="pres">
      <dgm:prSet presAssocID="{FD9DEAC7-73EB-4C93-8C6B-AD063028B667}" presName="space" presStyleCnt="0"/>
      <dgm:spPr/>
      <dgm:t>
        <a:bodyPr/>
        <a:lstStyle/>
        <a:p>
          <a:endParaRPr lang="en-AU"/>
        </a:p>
      </dgm:t>
    </dgm:pt>
    <dgm:pt modelId="{AC1DF1FF-2DC2-40A3-8D38-10D53F4D5312}" type="pres">
      <dgm:prSet presAssocID="{46E45D28-1F60-45A8-B551-5E27D95BB662}" presName="composite" presStyleCnt="0"/>
      <dgm:spPr/>
      <dgm:t>
        <a:bodyPr/>
        <a:lstStyle/>
        <a:p>
          <a:endParaRPr lang="en-AU"/>
        </a:p>
      </dgm:t>
    </dgm:pt>
    <dgm:pt modelId="{23188F46-1FFF-45DC-835F-4E91C336B0B3}" type="pres">
      <dgm:prSet presAssocID="{46E45D28-1F60-45A8-B551-5E27D95BB662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BFEEE3E2-FB21-46AF-9C0E-452ECD5FEF78}" type="pres">
      <dgm:prSet presAssocID="{46E45D28-1F60-45A8-B551-5E27D95BB662}" presName="desTx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</dgm:ptLst>
  <dgm:cxnLst>
    <dgm:cxn modelId="{62BAAA4F-4DFF-4B83-9310-903FFFD98879}" srcId="{0E99F5BE-5238-458D-BEDC-7AD7805DF57E}" destId="{46E45D28-1F60-45A8-B551-5E27D95BB662}" srcOrd="2" destOrd="0" parTransId="{2C4CAC4A-25FF-4D4B-8580-A01101586608}" sibTransId="{018B4AED-3784-4246-A164-D85F337B2712}"/>
    <dgm:cxn modelId="{EDB5178F-4618-46D0-B3FB-7A46BCD30D47}" srcId="{68E1B48F-DF3B-479D-BCD5-A8F601DFB242}" destId="{5E0BEDEE-16A5-461E-8130-9FF7363A376E}" srcOrd="0" destOrd="0" parTransId="{52327686-3F48-46FB-BC9C-0E1B0E48988E}" sibTransId="{C04D18EA-4328-4988-B466-1056C9947DD1}"/>
    <dgm:cxn modelId="{AD083554-F3E3-4355-9B95-6DDDA5DDE150}" type="presOf" srcId="{0E99F5BE-5238-458D-BEDC-7AD7805DF57E}" destId="{D3199EDE-74E0-4034-A6A9-F6C4DCC4407E}" srcOrd="0" destOrd="0" presId="urn:microsoft.com/office/officeart/2005/8/layout/hList1"/>
    <dgm:cxn modelId="{65D74860-41A3-4075-A168-182B408AB65E}" srcId="{46E45D28-1F60-45A8-B551-5E27D95BB662}" destId="{B55DDFC6-6D16-45C1-B17B-3E20921B3B35}" srcOrd="0" destOrd="0" parTransId="{5AB712CA-E719-41E4-9127-5F302D2E4842}" sibTransId="{5FC4B9C4-515F-4F01-934E-913B13657388}"/>
    <dgm:cxn modelId="{231BF33D-FE31-4A67-B902-8F51E7C317B2}" type="presOf" srcId="{9291A352-CB57-4770-AE02-3C465E0CFAC5}" destId="{6138BD15-3E3E-4594-8F22-5C0EBA1250E5}" srcOrd="0" destOrd="0" presId="urn:microsoft.com/office/officeart/2005/8/layout/hList1"/>
    <dgm:cxn modelId="{26A8E434-F84E-4EF2-86FD-15463B4A817A}" srcId="{68E1B48F-DF3B-479D-BCD5-A8F601DFB242}" destId="{AE68DC5B-8CB2-4209-8358-C2B9956D964A}" srcOrd="1" destOrd="0" parTransId="{67C92A7A-06EE-4710-BF40-0F1704CA3E86}" sibTransId="{E81C78F8-32AE-481B-A81E-1370799B6ABC}"/>
    <dgm:cxn modelId="{8A4C33E2-D5BD-41F5-90E1-45C069E6A7F2}" type="presOf" srcId="{FEE0DF66-8A89-43C7-99AF-2AE0896C9851}" destId="{6138BD15-3E3E-4594-8F22-5C0EBA1250E5}" srcOrd="0" destOrd="1" presId="urn:microsoft.com/office/officeart/2005/8/layout/hList1"/>
    <dgm:cxn modelId="{C3BFA595-5256-4E37-95B8-9371C3DC53CE}" srcId="{9B103823-BAAC-4C32-930D-B8F32E98DE26}" destId="{0CB4DA6E-099A-46D2-93BB-E2560AA9546B}" srcOrd="2" destOrd="0" parTransId="{DF279FCA-39B8-44AA-8302-5F757149C2B5}" sibTransId="{1D8D45A0-8EC0-44CC-B0A0-642F9A1D5881}"/>
    <dgm:cxn modelId="{6A96A420-D31D-4C9E-A48E-161855CF60E4}" srcId="{9B103823-BAAC-4C32-930D-B8F32E98DE26}" destId="{9291A352-CB57-4770-AE02-3C465E0CFAC5}" srcOrd="0" destOrd="0" parTransId="{367E936E-43B3-4129-8FA9-A69A86C2F928}" sibTransId="{ED8A5880-4498-4CF3-BECF-1DC3883B60A7}"/>
    <dgm:cxn modelId="{F78210AA-263F-401E-879B-481E7BDAA9A6}" type="presOf" srcId="{1F8C2DF3-5AEC-47FF-9EE0-4CA3F2271051}" destId="{E9CE2593-CFC1-4DB0-AABC-34349B0E64EE}" srcOrd="0" destOrd="2" presId="urn:microsoft.com/office/officeart/2005/8/layout/hList1"/>
    <dgm:cxn modelId="{410B3ADF-3F52-4569-BD7F-7228E5473EEC}" type="presOf" srcId="{9B103823-BAAC-4C32-930D-B8F32E98DE26}" destId="{4CC01C3B-FFC9-4969-9466-605208B9BEA4}" srcOrd="0" destOrd="0" presId="urn:microsoft.com/office/officeart/2005/8/layout/hList1"/>
    <dgm:cxn modelId="{A50312CA-7863-4DDD-BC12-AF0B67EF9D8E}" type="presOf" srcId="{96A6E45D-7478-4F41-860A-58F3025F3BA8}" destId="{BFEEE3E2-FB21-46AF-9C0E-452ECD5FEF78}" srcOrd="0" destOrd="1" presId="urn:microsoft.com/office/officeart/2005/8/layout/hList1"/>
    <dgm:cxn modelId="{E80FF94E-FC7D-4436-A4EA-D6C50CA9CF19}" type="presOf" srcId="{0CB4DA6E-099A-46D2-93BB-E2560AA9546B}" destId="{6138BD15-3E3E-4594-8F22-5C0EBA1250E5}" srcOrd="0" destOrd="2" presId="urn:microsoft.com/office/officeart/2005/8/layout/hList1"/>
    <dgm:cxn modelId="{7265207B-5D54-404E-8C66-C45D77A84168}" type="presOf" srcId="{1594B7AD-FA8A-4B53-AE9F-0A2593079576}" destId="{BFEEE3E2-FB21-46AF-9C0E-452ECD5FEF78}" srcOrd="0" destOrd="2" presId="urn:microsoft.com/office/officeart/2005/8/layout/hList1"/>
    <dgm:cxn modelId="{29A291D2-6B28-4B4D-BE17-57F6A9AFF82A}" srcId="{9B103823-BAAC-4C32-930D-B8F32E98DE26}" destId="{FEE0DF66-8A89-43C7-99AF-2AE0896C9851}" srcOrd="1" destOrd="0" parTransId="{3DB5F237-D70D-49AB-873F-7E58C693C4AA}" sibTransId="{4A12A645-6364-43C0-BB66-18EA9D1731DD}"/>
    <dgm:cxn modelId="{75E348F1-6F00-44E6-9A23-F8C578272C7D}" type="presOf" srcId="{46E45D28-1F60-45A8-B551-5E27D95BB662}" destId="{23188F46-1FFF-45DC-835F-4E91C336B0B3}" srcOrd="0" destOrd="0" presId="urn:microsoft.com/office/officeart/2005/8/layout/hList1"/>
    <dgm:cxn modelId="{8C217F15-A089-44EF-AA33-3EC420148D83}" srcId="{0E99F5BE-5238-458D-BEDC-7AD7805DF57E}" destId="{9B103823-BAAC-4C32-930D-B8F32E98DE26}" srcOrd="0" destOrd="0" parTransId="{65A0819F-C67F-44A2-9F12-EA7B5A14D55C}" sibTransId="{B0F1557E-7581-4830-9AEE-DE75B78DED15}"/>
    <dgm:cxn modelId="{4DCFD091-2514-42E3-9968-4024CB87959D}" srcId="{68E1B48F-DF3B-479D-BCD5-A8F601DFB242}" destId="{1F8C2DF3-5AEC-47FF-9EE0-4CA3F2271051}" srcOrd="2" destOrd="0" parTransId="{D58D193A-C289-4153-803E-939F69FE9C19}" sibTransId="{CB21D981-D406-462D-AC60-AD0FACA09BEC}"/>
    <dgm:cxn modelId="{AB409EFB-AD1C-4653-ACDA-5C08E56A87C4}" type="presOf" srcId="{AE68DC5B-8CB2-4209-8358-C2B9956D964A}" destId="{E9CE2593-CFC1-4DB0-AABC-34349B0E64EE}" srcOrd="0" destOrd="1" presId="urn:microsoft.com/office/officeart/2005/8/layout/hList1"/>
    <dgm:cxn modelId="{D5E86ECF-7ECD-4AAE-86EF-E61364755E2C}" type="presOf" srcId="{5E0BEDEE-16A5-461E-8130-9FF7363A376E}" destId="{E9CE2593-CFC1-4DB0-AABC-34349B0E64EE}" srcOrd="0" destOrd="0" presId="urn:microsoft.com/office/officeart/2005/8/layout/hList1"/>
    <dgm:cxn modelId="{CA1A2CA6-3628-4986-AFB8-B9963978317C}" srcId="{46E45D28-1F60-45A8-B551-5E27D95BB662}" destId="{1594B7AD-FA8A-4B53-AE9F-0A2593079576}" srcOrd="2" destOrd="0" parTransId="{BE8F109A-D012-4EFA-BF3D-ED28119B43A6}" sibTransId="{D877BAB9-8FE4-41AA-A72F-FA71485C6A50}"/>
    <dgm:cxn modelId="{BCCD79E3-6D23-4CD3-88AA-92FCD4A9A671}" srcId="{46E45D28-1F60-45A8-B551-5E27D95BB662}" destId="{96A6E45D-7478-4F41-860A-58F3025F3BA8}" srcOrd="1" destOrd="0" parTransId="{035DDF76-04AB-4EF1-947E-82C733873544}" sibTransId="{DB824AB0-1067-4903-B137-B01B75DC146D}"/>
    <dgm:cxn modelId="{36F08F8E-8BE3-4D64-96E0-35090EDC17F7}" type="presOf" srcId="{B55DDFC6-6D16-45C1-B17B-3E20921B3B35}" destId="{BFEEE3E2-FB21-46AF-9C0E-452ECD5FEF78}" srcOrd="0" destOrd="0" presId="urn:microsoft.com/office/officeart/2005/8/layout/hList1"/>
    <dgm:cxn modelId="{2E70CF4A-3CF9-49EC-82AC-881422CE1F4A}" type="presOf" srcId="{68E1B48F-DF3B-479D-BCD5-A8F601DFB242}" destId="{84F3143A-6974-4103-B5EA-D31C2C9DF50C}" srcOrd="0" destOrd="0" presId="urn:microsoft.com/office/officeart/2005/8/layout/hList1"/>
    <dgm:cxn modelId="{8E65BBF5-AEED-4323-BEAD-E1243C69E424}" srcId="{0E99F5BE-5238-458D-BEDC-7AD7805DF57E}" destId="{68E1B48F-DF3B-479D-BCD5-A8F601DFB242}" srcOrd="1" destOrd="0" parTransId="{C74F411D-3CCE-40EA-96C6-4E6FE483579B}" sibTransId="{FD9DEAC7-73EB-4C93-8C6B-AD063028B667}"/>
    <dgm:cxn modelId="{35DD857E-1435-4601-9DA7-720D848784D4}" type="presParOf" srcId="{D3199EDE-74E0-4034-A6A9-F6C4DCC4407E}" destId="{85C3FCBF-B365-41F7-8CAF-A10B9893448B}" srcOrd="0" destOrd="0" presId="urn:microsoft.com/office/officeart/2005/8/layout/hList1"/>
    <dgm:cxn modelId="{87F47422-E9FD-41C3-B6C6-B2C0FCD48A15}" type="presParOf" srcId="{85C3FCBF-B365-41F7-8CAF-A10B9893448B}" destId="{4CC01C3B-FFC9-4969-9466-605208B9BEA4}" srcOrd="0" destOrd="0" presId="urn:microsoft.com/office/officeart/2005/8/layout/hList1"/>
    <dgm:cxn modelId="{179E42C5-B848-4A0E-BA88-264287854519}" type="presParOf" srcId="{85C3FCBF-B365-41F7-8CAF-A10B9893448B}" destId="{6138BD15-3E3E-4594-8F22-5C0EBA1250E5}" srcOrd="1" destOrd="0" presId="urn:microsoft.com/office/officeart/2005/8/layout/hList1"/>
    <dgm:cxn modelId="{954610D4-974B-456F-A877-9ACB179F2916}" type="presParOf" srcId="{D3199EDE-74E0-4034-A6A9-F6C4DCC4407E}" destId="{7F358F53-AB3C-4670-A459-5644F024161E}" srcOrd="1" destOrd="0" presId="urn:microsoft.com/office/officeart/2005/8/layout/hList1"/>
    <dgm:cxn modelId="{E7C5C87A-B73D-4A8D-81A2-34DE984C37D8}" type="presParOf" srcId="{D3199EDE-74E0-4034-A6A9-F6C4DCC4407E}" destId="{EE731F9A-DAB0-41DE-865F-D447F257BA68}" srcOrd="2" destOrd="0" presId="urn:microsoft.com/office/officeart/2005/8/layout/hList1"/>
    <dgm:cxn modelId="{FBAA9491-E458-4333-8A34-750D3CE0150F}" type="presParOf" srcId="{EE731F9A-DAB0-41DE-865F-D447F257BA68}" destId="{84F3143A-6974-4103-B5EA-D31C2C9DF50C}" srcOrd="0" destOrd="0" presId="urn:microsoft.com/office/officeart/2005/8/layout/hList1"/>
    <dgm:cxn modelId="{EBC499C1-41CC-43A6-88A2-B9D736132C83}" type="presParOf" srcId="{EE731F9A-DAB0-41DE-865F-D447F257BA68}" destId="{E9CE2593-CFC1-4DB0-AABC-34349B0E64EE}" srcOrd="1" destOrd="0" presId="urn:microsoft.com/office/officeart/2005/8/layout/hList1"/>
    <dgm:cxn modelId="{5779A6DD-8FC6-4917-965A-BF8156BB5234}" type="presParOf" srcId="{D3199EDE-74E0-4034-A6A9-F6C4DCC4407E}" destId="{4DA62EAB-51AA-43AB-A5E8-B54402F64128}" srcOrd="3" destOrd="0" presId="urn:microsoft.com/office/officeart/2005/8/layout/hList1"/>
    <dgm:cxn modelId="{3BE52FB2-80E5-4A46-819F-F2A9C100A34C}" type="presParOf" srcId="{D3199EDE-74E0-4034-A6A9-F6C4DCC4407E}" destId="{AC1DF1FF-2DC2-40A3-8D38-10D53F4D5312}" srcOrd="4" destOrd="0" presId="urn:microsoft.com/office/officeart/2005/8/layout/hList1"/>
    <dgm:cxn modelId="{E1B08347-6BF2-4712-9D58-0EED4B89B75B}" type="presParOf" srcId="{AC1DF1FF-2DC2-40A3-8D38-10D53F4D5312}" destId="{23188F46-1FFF-45DC-835F-4E91C336B0B3}" srcOrd="0" destOrd="0" presId="urn:microsoft.com/office/officeart/2005/8/layout/hList1"/>
    <dgm:cxn modelId="{8F5358C4-9BA8-4C57-B1E0-44113121E253}" type="presParOf" srcId="{AC1DF1FF-2DC2-40A3-8D38-10D53F4D5312}" destId="{BFEEE3E2-FB21-46AF-9C0E-452ECD5FEF7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6E268E-B71F-4894-8C2E-D87E478F902F}">
      <dsp:nvSpPr>
        <dsp:cNvPr id="0" name=""/>
        <dsp:cNvSpPr/>
      </dsp:nvSpPr>
      <dsp:spPr>
        <a:xfrm rot="16200000">
          <a:off x="-139000" y="142820"/>
          <a:ext cx="3960439" cy="3674798"/>
        </a:xfrm>
        <a:prstGeom prst="flowChartManualOperati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0" tIns="0" rIns="254000" bIns="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4000" kern="1200" dirty="0" smtClean="0">
              <a:latin typeface="Arial" pitchFamily="34" charset="0"/>
              <a:cs typeface="Arial" pitchFamily="34" charset="0"/>
            </a:rPr>
            <a:t>Stages of a Bill</a:t>
          </a:r>
          <a:endParaRPr lang="en-AU" sz="4000" kern="1200" dirty="0">
            <a:latin typeface="Arial" pitchFamily="34" charset="0"/>
            <a:cs typeface="Arial" pitchFamily="34" charset="0"/>
          </a:endParaRPr>
        </a:p>
      </dsp:txBody>
      <dsp:txXfrm rot="5400000">
        <a:off x="3821" y="792087"/>
        <a:ext cx="3674798" cy="2376263"/>
      </dsp:txXfrm>
    </dsp:sp>
    <dsp:sp modelId="{EC25630E-5FAA-40F7-B550-DE01756FEB48}">
      <dsp:nvSpPr>
        <dsp:cNvPr id="0" name=""/>
        <dsp:cNvSpPr/>
      </dsp:nvSpPr>
      <dsp:spPr>
        <a:xfrm rot="16200000">
          <a:off x="3811408" y="142820"/>
          <a:ext cx="3960439" cy="3674798"/>
        </a:xfrm>
        <a:prstGeom prst="flowChartManualOperation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0" tIns="0" rIns="203200" bIns="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3200" kern="1200" dirty="0" smtClean="0">
              <a:latin typeface="Arial" pitchFamily="34" charset="0"/>
              <a:cs typeface="Arial" pitchFamily="34" charset="0"/>
            </a:rPr>
            <a:t>— the making of </a:t>
          </a:r>
          <a:br>
            <a:rPr lang="en-AU" sz="3200" kern="1200" dirty="0" smtClean="0">
              <a:latin typeface="Arial" pitchFamily="34" charset="0"/>
              <a:cs typeface="Arial" pitchFamily="34" charset="0"/>
            </a:rPr>
          </a:br>
          <a:r>
            <a:rPr lang="en-AU" sz="3200" kern="1200" dirty="0" smtClean="0">
              <a:latin typeface="Arial" pitchFamily="34" charset="0"/>
              <a:cs typeface="Arial" pitchFamily="34" charset="0"/>
            </a:rPr>
            <a:t>state, territory and federal laws.</a:t>
          </a:r>
          <a:endParaRPr lang="en-AU" sz="3200" kern="1200" dirty="0">
            <a:latin typeface="Arial" pitchFamily="34" charset="0"/>
            <a:cs typeface="Arial" pitchFamily="34" charset="0"/>
          </a:endParaRPr>
        </a:p>
      </dsp:txBody>
      <dsp:txXfrm rot="5400000">
        <a:off x="3954229" y="792087"/>
        <a:ext cx="3674798" cy="23762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6BA425-518C-4262-9ACF-F32F09E40884}">
      <dsp:nvSpPr>
        <dsp:cNvPr id="0" name=""/>
        <dsp:cNvSpPr/>
      </dsp:nvSpPr>
      <dsp:spPr>
        <a:xfrm>
          <a:off x="1515547" y="460807"/>
          <a:ext cx="1792166" cy="119537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3792" rIns="113792" bIns="113792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600" kern="1200" dirty="0" smtClean="0"/>
            <a:t>House of Representatives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600" kern="1200" dirty="0" smtClean="0"/>
            <a:t>(lower house)</a:t>
          </a:r>
          <a:endParaRPr lang="en-AU" sz="1600" kern="1200" dirty="0"/>
        </a:p>
      </dsp:txBody>
      <dsp:txXfrm>
        <a:off x="1802294" y="460807"/>
        <a:ext cx="1505419" cy="1195374"/>
      </dsp:txXfrm>
    </dsp:sp>
    <dsp:sp modelId="{A99D3A47-0DB6-41E5-8E6C-063856DBFCCD}">
      <dsp:nvSpPr>
        <dsp:cNvPr id="0" name=""/>
        <dsp:cNvSpPr/>
      </dsp:nvSpPr>
      <dsp:spPr>
        <a:xfrm>
          <a:off x="1523594" y="1656182"/>
          <a:ext cx="1792166" cy="1195374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3792" rIns="113792" bIns="113792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600" kern="1200" dirty="0" smtClean="0"/>
            <a:t>Senate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600" kern="1200" dirty="0" smtClean="0"/>
            <a:t>(upper house)</a:t>
          </a:r>
          <a:endParaRPr lang="en-AU" sz="1600" kern="1200" dirty="0"/>
        </a:p>
      </dsp:txBody>
      <dsp:txXfrm>
        <a:off x="1810340" y="1656182"/>
        <a:ext cx="1505419" cy="1195374"/>
      </dsp:txXfrm>
    </dsp:sp>
    <dsp:sp modelId="{E70D443E-4D50-46DA-8CE5-CD0FFB082639}">
      <dsp:nvSpPr>
        <dsp:cNvPr id="0" name=""/>
        <dsp:cNvSpPr/>
      </dsp:nvSpPr>
      <dsp:spPr>
        <a:xfrm>
          <a:off x="1523594" y="2869416"/>
          <a:ext cx="1792166" cy="1195374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3792" rIns="113792" bIns="113792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600" kern="1200" dirty="0" smtClean="0"/>
            <a:t>Governor-General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600" kern="1200" dirty="0" smtClean="0"/>
            <a:t>(Royal assent)</a:t>
          </a:r>
          <a:endParaRPr lang="en-AU" sz="1600" kern="1200" dirty="0"/>
        </a:p>
      </dsp:txBody>
      <dsp:txXfrm>
        <a:off x="1810340" y="2869416"/>
        <a:ext cx="1505419" cy="1195374"/>
      </dsp:txXfrm>
    </dsp:sp>
    <dsp:sp modelId="{74891D1E-B5FE-45E2-8826-26D6FCDDC8A6}">
      <dsp:nvSpPr>
        <dsp:cNvPr id="0" name=""/>
        <dsp:cNvSpPr/>
      </dsp:nvSpPr>
      <dsp:spPr>
        <a:xfrm>
          <a:off x="540190" y="3"/>
          <a:ext cx="1188003" cy="1152004"/>
        </a:xfrm>
        <a:prstGeom prst="rect">
          <a:avLst/>
        </a:prstGeom>
        <a:blipFill dpi="0" rotWithShape="0">
          <a:blip xmlns:r="http://schemas.openxmlformats.org/officeDocument/2006/relationships" r:embed="rId1"/>
          <a:srcRect/>
          <a:stretch>
            <a:fillRect l="-2413" t="-2524" r="2413" b="3202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000" kern="1200" dirty="0" smtClean="0">
              <a:latin typeface="Arial" pitchFamily="34" charset="0"/>
              <a:cs typeface="Arial" pitchFamily="34" charset="0"/>
            </a:rPr>
            <a:t>Federal</a:t>
          </a:r>
          <a:endParaRPr lang="en-AU" sz="1000" kern="1200" dirty="0">
            <a:latin typeface="Arial" pitchFamily="34" charset="0"/>
            <a:cs typeface="Arial" pitchFamily="34" charset="0"/>
          </a:endParaRPr>
        </a:p>
      </dsp:txBody>
      <dsp:txXfrm>
        <a:off x="540190" y="3"/>
        <a:ext cx="1188003" cy="1152004"/>
      </dsp:txXfrm>
    </dsp:sp>
    <dsp:sp modelId="{1A91E903-61CE-4EAF-A9FC-AAF71FC0F3BB}">
      <dsp:nvSpPr>
        <dsp:cNvPr id="0" name=""/>
        <dsp:cNvSpPr/>
      </dsp:nvSpPr>
      <dsp:spPr>
        <a:xfrm>
          <a:off x="4456289" y="478666"/>
          <a:ext cx="1792166" cy="1195374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3792" rIns="113792" bIns="113792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600" kern="1200" dirty="0" smtClean="0"/>
            <a:t>Legislative Assembly 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600" kern="1200" dirty="0" smtClean="0"/>
            <a:t>(lower house)</a:t>
          </a:r>
          <a:endParaRPr lang="en-AU" sz="1600" kern="1200" dirty="0"/>
        </a:p>
      </dsp:txBody>
      <dsp:txXfrm>
        <a:off x="4743035" y="478666"/>
        <a:ext cx="1505419" cy="1195374"/>
      </dsp:txXfrm>
    </dsp:sp>
    <dsp:sp modelId="{00E725CA-B531-4622-A800-4AE157F4FAE8}">
      <dsp:nvSpPr>
        <dsp:cNvPr id="0" name=""/>
        <dsp:cNvSpPr/>
      </dsp:nvSpPr>
      <dsp:spPr>
        <a:xfrm>
          <a:off x="4456289" y="1674041"/>
          <a:ext cx="1792166" cy="1195374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3792" rIns="113792" bIns="113792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600" kern="1200" dirty="0" smtClean="0"/>
            <a:t>Legislative Council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600" kern="1200" dirty="0" smtClean="0"/>
            <a:t>(upper house)</a:t>
          </a:r>
          <a:endParaRPr lang="en-AU" sz="1600" kern="1200" dirty="0"/>
        </a:p>
      </dsp:txBody>
      <dsp:txXfrm>
        <a:off x="4743035" y="1674041"/>
        <a:ext cx="1505419" cy="1195374"/>
      </dsp:txXfrm>
    </dsp:sp>
    <dsp:sp modelId="{1B5BB8DF-4024-49CE-BDDB-B26B939A2090}">
      <dsp:nvSpPr>
        <dsp:cNvPr id="0" name=""/>
        <dsp:cNvSpPr/>
      </dsp:nvSpPr>
      <dsp:spPr>
        <a:xfrm>
          <a:off x="4456289" y="2869416"/>
          <a:ext cx="1792166" cy="119537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3792" rIns="113792" bIns="113792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600" kern="1200" dirty="0" smtClean="0"/>
            <a:t>Governor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600" kern="1200" dirty="0" smtClean="0"/>
            <a:t>(Royal assent)</a:t>
          </a:r>
          <a:endParaRPr lang="en-AU" sz="1600" kern="1200" dirty="0"/>
        </a:p>
      </dsp:txBody>
      <dsp:txXfrm>
        <a:off x="4743035" y="2869416"/>
        <a:ext cx="1505419" cy="1195374"/>
      </dsp:txXfrm>
    </dsp:sp>
    <dsp:sp modelId="{66AC651C-7A06-4218-8048-B808E87C85AA}">
      <dsp:nvSpPr>
        <dsp:cNvPr id="0" name=""/>
        <dsp:cNvSpPr/>
      </dsp:nvSpPr>
      <dsp:spPr>
        <a:xfrm>
          <a:off x="3500467" y="755"/>
          <a:ext cx="1194777" cy="1194777"/>
        </a:xfrm>
        <a:prstGeom prst="ellipse">
          <a:avLst/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000" kern="1200" dirty="0" smtClean="0"/>
            <a:t>State/Territory</a:t>
          </a:r>
          <a:endParaRPr lang="en-AU" sz="1000" kern="1200" dirty="0"/>
        </a:p>
      </dsp:txBody>
      <dsp:txXfrm>
        <a:off x="3675438" y="175726"/>
        <a:ext cx="844835" cy="8448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B444E2-BF7E-4357-B8D4-0687628116BE}">
      <dsp:nvSpPr>
        <dsp:cNvPr id="0" name=""/>
        <dsp:cNvSpPr/>
      </dsp:nvSpPr>
      <dsp:spPr>
        <a:xfrm rot="5400000">
          <a:off x="5382078" y="-2337641"/>
          <a:ext cx="497893" cy="5299788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1400" kern="1200" dirty="0" smtClean="0">
              <a:latin typeface="Arial" pitchFamily="34" charset="0"/>
              <a:cs typeface="Arial" pitchFamily="34" charset="0"/>
            </a:rPr>
            <a:t>The Bill is introduced to the House of </a:t>
          </a:r>
          <a:r>
            <a:rPr lang="en-AU" sz="1400" b="0" kern="1200" dirty="0" smtClean="0">
              <a:latin typeface="Arial" pitchFamily="34" charset="0"/>
              <a:cs typeface="Arial" pitchFamily="34" charset="0"/>
            </a:rPr>
            <a:t>Representatives.</a:t>
          </a:r>
          <a:endParaRPr lang="en-AU" sz="1400" b="0" kern="1200" dirty="0">
            <a:latin typeface="Arial" pitchFamily="34" charset="0"/>
            <a:cs typeface="Arial" pitchFamily="34" charset="0"/>
          </a:endParaRPr>
        </a:p>
      </dsp:txBody>
      <dsp:txXfrm rot="-5400000">
        <a:off x="2981131" y="87611"/>
        <a:ext cx="5275483" cy="449283"/>
      </dsp:txXfrm>
    </dsp:sp>
    <dsp:sp modelId="{78E34BF9-3307-46FE-B5F5-4DF06CA722C9}">
      <dsp:nvSpPr>
        <dsp:cNvPr id="0" name=""/>
        <dsp:cNvSpPr/>
      </dsp:nvSpPr>
      <dsp:spPr>
        <a:xfrm>
          <a:off x="0" y="3502"/>
          <a:ext cx="2981131" cy="622367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000" b="1" kern="1200" dirty="0" smtClean="0">
              <a:latin typeface="Arial" pitchFamily="34" charset="0"/>
              <a:cs typeface="Arial" pitchFamily="34" charset="0"/>
            </a:rPr>
            <a:t>1st reading</a:t>
          </a:r>
          <a:endParaRPr lang="en-AU" sz="2000" b="1" kern="1200" dirty="0">
            <a:latin typeface="Arial" pitchFamily="34" charset="0"/>
            <a:cs typeface="Arial" pitchFamily="34" charset="0"/>
          </a:endParaRPr>
        </a:p>
      </dsp:txBody>
      <dsp:txXfrm>
        <a:off x="30381" y="33883"/>
        <a:ext cx="2920369" cy="561605"/>
      </dsp:txXfrm>
    </dsp:sp>
    <dsp:sp modelId="{9CB3D07B-93BF-404B-8F94-08219D58378E}">
      <dsp:nvSpPr>
        <dsp:cNvPr id="0" name=""/>
        <dsp:cNvSpPr/>
      </dsp:nvSpPr>
      <dsp:spPr>
        <a:xfrm rot="5400000">
          <a:off x="5382078" y="-1684156"/>
          <a:ext cx="497893" cy="5299788"/>
        </a:xfrm>
        <a:prstGeom prst="round2SameRect">
          <a:avLst/>
        </a:prstGeom>
        <a:solidFill>
          <a:schemeClr val="accent4">
            <a:tint val="40000"/>
            <a:alpha val="90000"/>
            <a:hueOff val="-986426"/>
            <a:satOff val="5539"/>
            <a:lumOff val="352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-986426"/>
              <a:satOff val="5539"/>
              <a:lumOff val="35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1400" kern="1200" dirty="0" smtClean="0">
              <a:latin typeface="Arial" pitchFamily="34" charset="0"/>
              <a:cs typeface="Arial" pitchFamily="34" charset="0"/>
            </a:rPr>
            <a:t>Members debate and vote on the main ideas of the Bill.</a:t>
          </a:r>
          <a:endParaRPr lang="en-AU" sz="1400" kern="1200" dirty="0">
            <a:latin typeface="Arial" pitchFamily="34" charset="0"/>
            <a:cs typeface="Arial" pitchFamily="34" charset="0"/>
          </a:endParaRPr>
        </a:p>
      </dsp:txBody>
      <dsp:txXfrm rot="-5400000">
        <a:off x="2981131" y="741096"/>
        <a:ext cx="5275483" cy="449283"/>
      </dsp:txXfrm>
    </dsp:sp>
    <dsp:sp modelId="{A1A6877B-C9F8-4D3B-8F8E-1030D541398F}">
      <dsp:nvSpPr>
        <dsp:cNvPr id="0" name=""/>
        <dsp:cNvSpPr/>
      </dsp:nvSpPr>
      <dsp:spPr>
        <a:xfrm>
          <a:off x="0" y="654554"/>
          <a:ext cx="2981131" cy="622367"/>
        </a:xfrm>
        <a:prstGeom prst="roundRect">
          <a:avLst/>
        </a:prstGeom>
        <a:solidFill>
          <a:schemeClr val="accent4">
            <a:hueOff val="-892954"/>
            <a:satOff val="5380"/>
            <a:lumOff val="43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000" b="1" kern="1200" dirty="0" smtClean="0">
              <a:latin typeface="Arial" pitchFamily="34" charset="0"/>
              <a:cs typeface="Arial" pitchFamily="34" charset="0"/>
            </a:rPr>
            <a:t>2nd reading</a:t>
          </a:r>
          <a:endParaRPr lang="en-AU" sz="2000" b="1" kern="1200" dirty="0">
            <a:latin typeface="Arial" pitchFamily="34" charset="0"/>
            <a:cs typeface="Arial" pitchFamily="34" charset="0"/>
          </a:endParaRPr>
        </a:p>
      </dsp:txBody>
      <dsp:txXfrm>
        <a:off x="30381" y="684935"/>
        <a:ext cx="2920369" cy="561605"/>
      </dsp:txXfrm>
    </dsp:sp>
    <dsp:sp modelId="{2940792E-26AB-4F1C-8F02-7BA78E88AF36}">
      <dsp:nvSpPr>
        <dsp:cNvPr id="0" name=""/>
        <dsp:cNvSpPr/>
      </dsp:nvSpPr>
      <dsp:spPr>
        <a:xfrm rot="5400000">
          <a:off x="5382078" y="-1030670"/>
          <a:ext cx="497893" cy="5299788"/>
        </a:xfrm>
        <a:prstGeom prst="round2SameRect">
          <a:avLst/>
        </a:prstGeom>
        <a:solidFill>
          <a:schemeClr val="accent4">
            <a:tint val="40000"/>
            <a:alpha val="90000"/>
            <a:hueOff val="-1972853"/>
            <a:satOff val="11079"/>
            <a:lumOff val="704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-1972853"/>
              <a:satOff val="11079"/>
              <a:lumOff val="70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1400" kern="1200" dirty="0" smtClean="0">
              <a:latin typeface="Arial" pitchFamily="34" charset="0"/>
              <a:cs typeface="Arial" pitchFamily="34" charset="0"/>
            </a:rPr>
            <a:t>Public investigation into the Bill and reporting back to the house.</a:t>
          </a:r>
          <a:endParaRPr lang="en-AU" sz="1400" kern="1200" dirty="0">
            <a:latin typeface="Arial" pitchFamily="34" charset="0"/>
            <a:cs typeface="Arial" pitchFamily="34" charset="0"/>
          </a:endParaRPr>
        </a:p>
      </dsp:txBody>
      <dsp:txXfrm rot="-5400000">
        <a:off x="2981131" y="1394582"/>
        <a:ext cx="5275483" cy="449283"/>
      </dsp:txXfrm>
    </dsp:sp>
    <dsp:sp modelId="{F2A8C23B-DE19-44B4-BD73-21445214A28D}">
      <dsp:nvSpPr>
        <dsp:cNvPr id="0" name=""/>
        <dsp:cNvSpPr/>
      </dsp:nvSpPr>
      <dsp:spPr>
        <a:xfrm>
          <a:off x="0" y="1308040"/>
          <a:ext cx="2981131" cy="622367"/>
        </a:xfrm>
        <a:prstGeom prst="roundRect">
          <a:avLst/>
        </a:prstGeom>
        <a:solidFill>
          <a:schemeClr val="accent4">
            <a:hueOff val="-1785908"/>
            <a:satOff val="10760"/>
            <a:lumOff val="86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000" b="1" kern="1200" dirty="0" smtClean="0">
              <a:latin typeface="Arial" pitchFamily="34" charset="0"/>
              <a:cs typeface="Arial" pitchFamily="34" charset="0"/>
            </a:rPr>
            <a:t>House committee</a:t>
          </a:r>
          <a:endParaRPr lang="en-AU" sz="2000" b="1" kern="1200" dirty="0">
            <a:latin typeface="Arial" pitchFamily="34" charset="0"/>
            <a:cs typeface="Arial" pitchFamily="34" charset="0"/>
          </a:endParaRPr>
        </a:p>
      </dsp:txBody>
      <dsp:txXfrm>
        <a:off x="30381" y="1338421"/>
        <a:ext cx="2920369" cy="561605"/>
      </dsp:txXfrm>
    </dsp:sp>
    <dsp:sp modelId="{C1B9D18C-767C-44F8-B59A-79709727C1D2}">
      <dsp:nvSpPr>
        <dsp:cNvPr id="0" name=""/>
        <dsp:cNvSpPr/>
      </dsp:nvSpPr>
      <dsp:spPr>
        <a:xfrm rot="5400000">
          <a:off x="5382078" y="-377184"/>
          <a:ext cx="497893" cy="5299788"/>
        </a:xfrm>
        <a:prstGeom prst="round2SameRect">
          <a:avLst/>
        </a:prstGeom>
        <a:solidFill>
          <a:schemeClr val="accent4">
            <a:tint val="40000"/>
            <a:alpha val="90000"/>
            <a:hueOff val="-2959279"/>
            <a:satOff val="16618"/>
            <a:lumOff val="1056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-2959279"/>
              <a:satOff val="16618"/>
              <a:lumOff val="105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1400" kern="1200" dirty="0" smtClean="0">
              <a:latin typeface="Arial" pitchFamily="34" charset="0"/>
              <a:cs typeface="Arial" pitchFamily="34" charset="0"/>
            </a:rPr>
            <a:t>Members discuss the Bill in detail, including any changes to the Bill. These changes are called ‘amendments’.</a:t>
          </a:r>
          <a:endParaRPr lang="en-AU" sz="1400" kern="1200" dirty="0">
            <a:latin typeface="Arial" pitchFamily="34" charset="0"/>
            <a:cs typeface="Arial" pitchFamily="34" charset="0"/>
          </a:endParaRPr>
        </a:p>
      </dsp:txBody>
      <dsp:txXfrm rot="-5400000">
        <a:off x="2981131" y="2048068"/>
        <a:ext cx="5275483" cy="449283"/>
      </dsp:txXfrm>
    </dsp:sp>
    <dsp:sp modelId="{363C2995-6B7D-41B3-BB47-EFD75910BE2F}">
      <dsp:nvSpPr>
        <dsp:cNvPr id="0" name=""/>
        <dsp:cNvSpPr/>
      </dsp:nvSpPr>
      <dsp:spPr>
        <a:xfrm>
          <a:off x="0" y="1961526"/>
          <a:ext cx="2981131" cy="622367"/>
        </a:xfrm>
        <a:prstGeom prst="roundRect">
          <a:avLst/>
        </a:prstGeom>
        <a:solidFill>
          <a:schemeClr val="accent4">
            <a:hueOff val="-2678862"/>
            <a:satOff val="16139"/>
            <a:lumOff val="129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000" b="1" kern="1200" dirty="0" smtClean="0">
              <a:latin typeface="Arial" pitchFamily="34" charset="0"/>
              <a:cs typeface="Arial" pitchFamily="34" charset="0"/>
            </a:rPr>
            <a:t>Consideration in detail</a:t>
          </a:r>
          <a:endParaRPr lang="en-AU" sz="2000" b="1" kern="1200" dirty="0">
            <a:latin typeface="Arial" pitchFamily="34" charset="0"/>
            <a:cs typeface="Arial" pitchFamily="34" charset="0"/>
          </a:endParaRPr>
        </a:p>
      </dsp:txBody>
      <dsp:txXfrm>
        <a:off x="30381" y="1991907"/>
        <a:ext cx="2920369" cy="561605"/>
      </dsp:txXfrm>
    </dsp:sp>
    <dsp:sp modelId="{AAB85BE0-8FCE-47A8-B27C-1636E0C9E713}">
      <dsp:nvSpPr>
        <dsp:cNvPr id="0" name=""/>
        <dsp:cNvSpPr/>
      </dsp:nvSpPr>
      <dsp:spPr>
        <a:xfrm rot="5400000">
          <a:off x="5382078" y="276301"/>
          <a:ext cx="497893" cy="5299788"/>
        </a:xfrm>
        <a:prstGeom prst="round2SameRect">
          <a:avLst/>
        </a:prstGeom>
        <a:solidFill>
          <a:schemeClr val="accent4">
            <a:tint val="40000"/>
            <a:alpha val="90000"/>
            <a:hueOff val="-3945706"/>
            <a:satOff val="22157"/>
            <a:lumOff val="1408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-3945706"/>
              <a:satOff val="22157"/>
              <a:lumOff val="140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1400" kern="1200" dirty="0" smtClean="0">
              <a:latin typeface="Arial" pitchFamily="34" charset="0"/>
              <a:cs typeface="Arial" pitchFamily="34" charset="0"/>
            </a:rPr>
            <a:t>Members vote on the Bill in its final form.</a:t>
          </a:r>
          <a:endParaRPr lang="en-AU" sz="1400" kern="1200" dirty="0">
            <a:latin typeface="Arial" pitchFamily="34" charset="0"/>
            <a:cs typeface="Arial" pitchFamily="34" charset="0"/>
          </a:endParaRPr>
        </a:p>
      </dsp:txBody>
      <dsp:txXfrm rot="-5400000">
        <a:off x="2981131" y="2701554"/>
        <a:ext cx="5275483" cy="449283"/>
      </dsp:txXfrm>
    </dsp:sp>
    <dsp:sp modelId="{60B3F778-FFF2-4FBE-BCA1-5457D6D89F89}">
      <dsp:nvSpPr>
        <dsp:cNvPr id="0" name=""/>
        <dsp:cNvSpPr/>
      </dsp:nvSpPr>
      <dsp:spPr>
        <a:xfrm>
          <a:off x="0" y="2615011"/>
          <a:ext cx="2981131" cy="622367"/>
        </a:xfrm>
        <a:prstGeom prst="roundRect">
          <a:avLst/>
        </a:prstGeom>
        <a:solidFill>
          <a:schemeClr val="accent4">
            <a:hueOff val="-3571816"/>
            <a:satOff val="21519"/>
            <a:lumOff val="172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000" b="1" kern="1200" dirty="0" smtClean="0">
              <a:latin typeface="Arial" pitchFamily="34" charset="0"/>
              <a:cs typeface="Arial" pitchFamily="34" charset="0"/>
            </a:rPr>
            <a:t>3rd reading</a:t>
          </a:r>
          <a:endParaRPr lang="en-AU" sz="2000" b="1" kern="1200" dirty="0">
            <a:latin typeface="Arial" pitchFamily="34" charset="0"/>
            <a:cs typeface="Arial" pitchFamily="34" charset="0"/>
          </a:endParaRPr>
        </a:p>
      </dsp:txBody>
      <dsp:txXfrm>
        <a:off x="30381" y="2645392"/>
        <a:ext cx="2920369" cy="561605"/>
      </dsp:txXfrm>
    </dsp:sp>
    <dsp:sp modelId="{B65E11E8-FEA0-49B8-BB85-C17ED78FE316}">
      <dsp:nvSpPr>
        <dsp:cNvPr id="0" name=""/>
        <dsp:cNvSpPr/>
      </dsp:nvSpPr>
      <dsp:spPr>
        <a:xfrm>
          <a:off x="0" y="3268497"/>
          <a:ext cx="8272839" cy="622367"/>
        </a:xfrm>
        <a:prstGeom prst="roundRect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000" b="1" kern="1200" dirty="0" smtClean="0">
              <a:latin typeface="Arial" pitchFamily="34" charset="0"/>
              <a:cs typeface="Arial" pitchFamily="34" charset="0"/>
            </a:rPr>
            <a:t>Bill IS PASSED </a:t>
          </a:r>
          <a:r>
            <a:rPr lang="en-AU" sz="1800" b="0" kern="1200" dirty="0" smtClean="0">
              <a:latin typeface="Arial" pitchFamily="34" charset="0"/>
              <a:cs typeface="Arial" pitchFamily="34" charset="0"/>
            </a:rPr>
            <a:t>in the House of Representatives and sent to the Senate </a:t>
          </a:r>
          <a:endParaRPr lang="en-AU" sz="1800" b="0" kern="1200" dirty="0">
            <a:latin typeface="Arial" pitchFamily="34" charset="0"/>
            <a:cs typeface="Arial" pitchFamily="34" charset="0"/>
          </a:endParaRPr>
        </a:p>
      </dsp:txBody>
      <dsp:txXfrm>
        <a:off x="30381" y="3298878"/>
        <a:ext cx="8212077" cy="56160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B444E2-BF7E-4357-B8D4-0687628116BE}">
      <dsp:nvSpPr>
        <dsp:cNvPr id="0" name=""/>
        <dsp:cNvSpPr/>
      </dsp:nvSpPr>
      <dsp:spPr>
        <a:xfrm rot="5400000">
          <a:off x="5382078" y="-2337641"/>
          <a:ext cx="497893" cy="5299788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1400" kern="1200" dirty="0" smtClean="0">
              <a:latin typeface="Arial" pitchFamily="34" charset="0"/>
              <a:cs typeface="Arial" pitchFamily="34" charset="0"/>
            </a:rPr>
            <a:t>The Bill is introduced to the Senate.</a:t>
          </a:r>
          <a:endParaRPr lang="en-AU" sz="1400" b="0" kern="1200" dirty="0">
            <a:latin typeface="Arial" pitchFamily="34" charset="0"/>
            <a:cs typeface="Arial" pitchFamily="34" charset="0"/>
          </a:endParaRPr>
        </a:p>
      </dsp:txBody>
      <dsp:txXfrm rot="-5400000">
        <a:off x="2981131" y="87611"/>
        <a:ext cx="5275483" cy="449283"/>
      </dsp:txXfrm>
    </dsp:sp>
    <dsp:sp modelId="{78E34BF9-3307-46FE-B5F5-4DF06CA722C9}">
      <dsp:nvSpPr>
        <dsp:cNvPr id="0" name=""/>
        <dsp:cNvSpPr/>
      </dsp:nvSpPr>
      <dsp:spPr>
        <a:xfrm>
          <a:off x="0" y="1068"/>
          <a:ext cx="2981131" cy="622367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000" b="1" kern="1200" dirty="0" smtClean="0">
              <a:latin typeface="Arial" pitchFamily="34" charset="0"/>
              <a:cs typeface="Arial" pitchFamily="34" charset="0"/>
            </a:rPr>
            <a:t>1st reading</a:t>
          </a:r>
          <a:endParaRPr lang="en-AU" sz="2000" b="1" kern="1200" dirty="0">
            <a:latin typeface="Arial" pitchFamily="34" charset="0"/>
            <a:cs typeface="Arial" pitchFamily="34" charset="0"/>
          </a:endParaRPr>
        </a:p>
      </dsp:txBody>
      <dsp:txXfrm>
        <a:off x="30381" y="31449"/>
        <a:ext cx="2920369" cy="561605"/>
      </dsp:txXfrm>
    </dsp:sp>
    <dsp:sp modelId="{9CB3D07B-93BF-404B-8F94-08219D58378E}">
      <dsp:nvSpPr>
        <dsp:cNvPr id="0" name=""/>
        <dsp:cNvSpPr/>
      </dsp:nvSpPr>
      <dsp:spPr>
        <a:xfrm rot="5400000">
          <a:off x="5382078" y="-1684156"/>
          <a:ext cx="497893" cy="5299788"/>
        </a:xfrm>
        <a:prstGeom prst="round2SameRect">
          <a:avLst/>
        </a:prstGeom>
        <a:solidFill>
          <a:schemeClr val="accent4">
            <a:tint val="40000"/>
            <a:alpha val="90000"/>
            <a:hueOff val="-986426"/>
            <a:satOff val="5539"/>
            <a:lumOff val="352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-986426"/>
              <a:satOff val="5539"/>
              <a:lumOff val="35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1400" kern="1200" dirty="0" smtClean="0">
              <a:latin typeface="Arial" pitchFamily="34" charset="0"/>
              <a:cs typeface="Arial" pitchFamily="34" charset="0"/>
            </a:rPr>
            <a:t>Senators debate and vote on the main ideas of the Bill.</a:t>
          </a:r>
          <a:endParaRPr lang="en-AU" sz="1400" kern="1200" dirty="0">
            <a:latin typeface="Arial" pitchFamily="34" charset="0"/>
            <a:cs typeface="Arial" pitchFamily="34" charset="0"/>
          </a:endParaRPr>
        </a:p>
      </dsp:txBody>
      <dsp:txXfrm rot="-5400000">
        <a:off x="2981131" y="741096"/>
        <a:ext cx="5275483" cy="449283"/>
      </dsp:txXfrm>
    </dsp:sp>
    <dsp:sp modelId="{A1A6877B-C9F8-4D3B-8F8E-1030D541398F}">
      <dsp:nvSpPr>
        <dsp:cNvPr id="0" name=""/>
        <dsp:cNvSpPr/>
      </dsp:nvSpPr>
      <dsp:spPr>
        <a:xfrm>
          <a:off x="0" y="654554"/>
          <a:ext cx="2981131" cy="622367"/>
        </a:xfrm>
        <a:prstGeom prst="roundRect">
          <a:avLst/>
        </a:prstGeom>
        <a:solidFill>
          <a:schemeClr val="accent4">
            <a:hueOff val="-892954"/>
            <a:satOff val="5380"/>
            <a:lumOff val="43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000" b="1" kern="1200" dirty="0" smtClean="0">
              <a:latin typeface="Arial" pitchFamily="34" charset="0"/>
              <a:cs typeface="Arial" pitchFamily="34" charset="0"/>
            </a:rPr>
            <a:t>2nd reading</a:t>
          </a:r>
          <a:endParaRPr lang="en-AU" sz="2000" b="1" kern="1200" dirty="0">
            <a:latin typeface="Arial" pitchFamily="34" charset="0"/>
            <a:cs typeface="Arial" pitchFamily="34" charset="0"/>
          </a:endParaRPr>
        </a:p>
      </dsp:txBody>
      <dsp:txXfrm>
        <a:off x="30381" y="684935"/>
        <a:ext cx="2920369" cy="561605"/>
      </dsp:txXfrm>
    </dsp:sp>
    <dsp:sp modelId="{2940792E-26AB-4F1C-8F02-7BA78E88AF36}">
      <dsp:nvSpPr>
        <dsp:cNvPr id="0" name=""/>
        <dsp:cNvSpPr/>
      </dsp:nvSpPr>
      <dsp:spPr>
        <a:xfrm rot="5400000">
          <a:off x="5382078" y="-1030670"/>
          <a:ext cx="497893" cy="5299788"/>
        </a:xfrm>
        <a:prstGeom prst="round2SameRect">
          <a:avLst/>
        </a:prstGeom>
        <a:solidFill>
          <a:schemeClr val="accent4">
            <a:tint val="40000"/>
            <a:alpha val="90000"/>
            <a:hueOff val="-1972853"/>
            <a:satOff val="11079"/>
            <a:lumOff val="704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-1972853"/>
              <a:satOff val="11079"/>
              <a:lumOff val="70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1400" kern="1200" dirty="0" smtClean="0">
              <a:latin typeface="Arial" pitchFamily="34" charset="0"/>
              <a:cs typeface="Arial" pitchFamily="34" charset="0"/>
            </a:rPr>
            <a:t>Public inquiry into the Bill and reporting back to the house.</a:t>
          </a:r>
          <a:endParaRPr lang="en-AU" sz="1400" kern="1200" dirty="0">
            <a:latin typeface="Arial" pitchFamily="34" charset="0"/>
            <a:cs typeface="Arial" pitchFamily="34" charset="0"/>
          </a:endParaRPr>
        </a:p>
      </dsp:txBody>
      <dsp:txXfrm rot="-5400000">
        <a:off x="2981131" y="1394582"/>
        <a:ext cx="5275483" cy="449283"/>
      </dsp:txXfrm>
    </dsp:sp>
    <dsp:sp modelId="{F2A8C23B-DE19-44B4-BD73-21445214A28D}">
      <dsp:nvSpPr>
        <dsp:cNvPr id="0" name=""/>
        <dsp:cNvSpPr/>
      </dsp:nvSpPr>
      <dsp:spPr>
        <a:xfrm>
          <a:off x="0" y="1308040"/>
          <a:ext cx="2981131" cy="622367"/>
        </a:xfrm>
        <a:prstGeom prst="roundRect">
          <a:avLst/>
        </a:prstGeom>
        <a:solidFill>
          <a:schemeClr val="accent4">
            <a:hueOff val="-1785908"/>
            <a:satOff val="10760"/>
            <a:lumOff val="86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000" b="1" kern="1200" dirty="0" smtClean="0">
              <a:latin typeface="Arial" pitchFamily="34" charset="0"/>
              <a:cs typeface="Arial" pitchFamily="34" charset="0"/>
            </a:rPr>
            <a:t>Senate committee</a:t>
          </a:r>
          <a:endParaRPr lang="en-AU" sz="2000" b="1" kern="1200" dirty="0">
            <a:latin typeface="Arial" pitchFamily="34" charset="0"/>
            <a:cs typeface="Arial" pitchFamily="34" charset="0"/>
          </a:endParaRPr>
        </a:p>
      </dsp:txBody>
      <dsp:txXfrm>
        <a:off x="30381" y="1338421"/>
        <a:ext cx="2920369" cy="561605"/>
      </dsp:txXfrm>
    </dsp:sp>
    <dsp:sp modelId="{C1B9D18C-767C-44F8-B59A-79709727C1D2}">
      <dsp:nvSpPr>
        <dsp:cNvPr id="0" name=""/>
        <dsp:cNvSpPr/>
      </dsp:nvSpPr>
      <dsp:spPr>
        <a:xfrm rot="5400000">
          <a:off x="5382078" y="-377184"/>
          <a:ext cx="497893" cy="5299788"/>
        </a:xfrm>
        <a:prstGeom prst="round2SameRect">
          <a:avLst/>
        </a:prstGeom>
        <a:solidFill>
          <a:schemeClr val="accent4">
            <a:tint val="40000"/>
            <a:alpha val="90000"/>
            <a:hueOff val="-2959279"/>
            <a:satOff val="16618"/>
            <a:lumOff val="1056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-2959279"/>
              <a:satOff val="16618"/>
              <a:lumOff val="105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1400" kern="1200" dirty="0" smtClean="0">
              <a:latin typeface="Arial" pitchFamily="34" charset="0"/>
              <a:cs typeface="Arial" pitchFamily="34" charset="0"/>
            </a:rPr>
            <a:t>Senators discuss the Bill in detail, including any changes to the Bill. These changes are called ‘amendments’.</a:t>
          </a:r>
          <a:endParaRPr lang="en-AU" sz="1400" kern="1200" dirty="0">
            <a:latin typeface="Arial" pitchFamily="34" charset="0"/>
            <a:cs typeface="Arial" pitchFamily="34" charset="0"/>
          </a:endParaRPr>
        </a:p>
      </dsp:txBody>
      <dsp:txXfrm rot="-5400000">
        <a:off x="2981131" y="2048068"/>
        <a:ext cx="5275483" cy="449283"/>
      </dsp:txXfrm>
    </dsp:sp>
    <dsp:sp modelId="{363C2995-6B7D-41B3-BB47-EFD75910BE2F}">
      <dsp:nvSpPr>
        <dsp:cNvPr id="0" name=""/>
        <dsp:cNvSpPr/>
      </dsp:nvSpPr>
      <dsp:spPr>
        <a:xfrm>
          <a:off x="0" y="1961526"/>
          <a:ext cx="2981131" cy="622367"/>
        </a:xfrm>
        <a:prstGeom prst="roundRect">
          <a:avLst/>
        </a:prstGeom>
        <a:solidFill>
          <a:schemeClr val="accent4">
            <a:hueOff val="-2678862"/>
            <a:satOff val="16139"/>
            <a:lumOff val="129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700" b="1" kern="1200" dirty="0" smtClean="0">
              <a:latin typeface="Arial" pitchFamily="34" charset="0"/>
              <a:cs typeface="Arial" pitchFamily="34" charset="0"/>
            </a:rPr>
            <a:t>Consideration of the whole</a:t>
          </a:r>
          <a:endParaRPr lang="en-AU" sz="1700" kern="1200" dirty="0">
            <a:latin typeface="Arial" pitchFamily="34" charset="0"/>
            <a:cs typeface="Arial" pitchFamily="34" charset="0"/>
          </a:endParaRPr>
        </a:p>
      </dsp:txBody>
      <dsp:txXfrm>
        <a:off x="30381" y="1991907"/>
        <a:ext cx="2920369" cy="561605"/>
      </dsp:txXfrm>
    </dsp:sp>
    <dsp:sp modelId="{AAB85BE0-8FCE-47A8-B27C-1636E0C9E713}">
      <dsp:nvSpPr>
        <dsp:cNvPr id="0" name=""/>
        <dsp:cNvSpPr/>
      </dsp:nvSpPr>
      <dsp:spPr>
        <a:xfrm rot="5400000">
          <a:off x="5382078" y="276301"/>
          <a:ext cx="497893" cy="5299788"/>
        </a:xfrm>
        <a:prstGeom prst="round2SameRect">
          <a:avLst/>
        </a:prstGeom>
        <a:solidFill>
          <a:schemeClr val="accent4">
            <a:tint val="40000"/>
            <a:alpha val="90000"/>
            <a:hueOff val="-3945706"/>
            <a:satOff val="22157"/>
            <a:lumOff val="1408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-3945706"/>
              <a:satOff val="22157"/>
              <a:lumOff val="140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1400" kern="1200" dirty="0" smtClean="0">
              <a:latin typeface="Arial" pitchFamily="34" charset="0"/>
              <a:cs typeface="Arial" pitchFamily="34" charset="0"/>
            </a:rPr>
            <a:t>Senators vote on the Bill in its final form.</a:t>
          </a:r>
          <a:endParaRPr lang="en-AU" sz="1400" kern="1200" dirty="0">
            <a:latin typeface="Arial" pitchFamily="34" charset="0"/>
            <a:cs typeface="Arial" pitchFamily="34" charset="0"/>
          </a:endParaRPr>
        </a:p>
      </dsp:txBody>
      <dsp:txXfrm rot="-5400000">
        <a:off x="2981131" y="2701554"/>
        <a:ext cx="5275483" cy="449283"/>
      </dsp:txXfrm>
    </dsp:sp>
    <dsp:sp modelId="{60B3F778-FFF2-4FBE-BCA1-5457D6D89F89}">
      <dsp:nvSpPr>
        <dsp:cNvPr id="0" name=""/>
        <dsp:cNvSpPr/>
      </dsp:nvSpPr>
      <dsp:spPr>
        <a:xfrm>
          <a:off x="0" y="2615011"/>
          <a:ext cx="2981131" cy="622367"/>
        </a:xfrm>
        <a:prstGeom prst="roundRect">
          <a:avLst/>
        </a:prstGeom>
        <a:solidFill>
          <a:schemeClr val="accent4">
            <a:hueOff val="-3571816"/>
            <a:satOff val="21519"/>
            <a:lumOff val="172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000" b="1" kern="1200" dirty="0" smtClean="0">
              <a:latin typeface="Arial" pitchFamily="34" charset="0"/>
              <a:cs typeface="Arial" pitchFamily="34" charset="0"/>
            </a:rPr>
            <a:t>3rd reading</a:t>
          </a:r>
          <a:endParaRPr lang="en-AU" sz="2000" b="1" kern="1200" dirty="0">
            <a:latin typeface="Arial" pitchFamily="34" charset="0"/>
            <a:cs typeface="Arial" pitchFamily="34" charset="0"/>
          </a:endParaRPr>
        </a:p>
      </dsp:txBody>
      <dsp:txXfrm>
        <a:off x="30381" y="2645392"/>
        <a:ext cx="2920369" cy="561605"/>
      </dsp:txXfrm>
    </dsp:sp>
    <dsp:sp modelId="{B65E11E8-FEA0-49B8-BB85-C17ED78FE316}">
      <dsp:nvSpPr>
        <dsp:cNvPr id="0" name=""/>
        <dsp:cNvSpPr/>
      </dsp:nvSpPr>
      <dsp:spPr>
        <a:xfrm>
          <a:off x="0" y="3268497"/>
          <a:ext cx="8272839" cy="622367"/>
        </a:xfrm>
        <a:prstGeom prst="roundRect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000" b="1" kern="1200" dirty="0" smtClean="0">
              <a:latin typeface="Arial" pitchFamily="34" charset="0"/>
              <a:cs typeface="Arial" pitchFamily="34" charset="0"/>
            </a:rPr>
            <a:t>Bill IS PASSED</a:t>
          </a:r>
          <a:endParaRPr lang="en-AU" sz="2000" b="1" kern="1200" dirty="0">
            <a:latin typeface="Arial" pitchFamily="34" charset="0"/>
            <a:cs typeface="Arial" pitchFamily="34" charset="0"/>
          </a:endParaRPr>
        </a:p>
      </dsp:txBody>
      <dsp:txXfrm>
        <a:off x="30381" y="3298878"/>
        <a:ext cx="8212077" cy="56160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B444E2-BF7E-4357-B8D4-0687628116BE}">
      <dsp:nvSpPr>
        <dsp:cNvPr id="0" name=""/>
        <dsp:cNvSpPr/>
      </dsp:nvSpPr>
      <dsp:spPr>
        <a:xfrm rot="5400000">
          <a:off x="4865319" y="-1779443"/>
          <a:ext cx="1434466" cy="5299788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2000" kern="1200" dirty="0" smtClean="0">
              <a:latin typeface="Arial" pitchFamily="34" charset="0"/>
              <a:cs typeface="Arial" pitchFamily="34" charset="0"/>
            </a:rPr>
            <a:t>The Governor-General signs the Bill.</a:t>
          </a:r>
          <a:endParaRPr lang="en-AU" sz="2000" b="0" kern="1200" dirty="0">
            <a:latin typeface="Arial" pitchFamily="34" charset="0"/>
            <a:cs typeface="Arial" pitchFamily="34" charset="0"/>
          </a:endParaRPr>
        </a:p>
      </dsp:txBody>
      <dsp:txXfrm rot="-5400000">
        <a:off x="2932659" y="223242"/>
        <a:ext cx="5229763" cy="1294416"/>
      </dsp:txXfrm>
    </dsp:sp>
    <dsp:sp modelId="{78E34BF9-3307-46FE-B5F5-4DF06CA722C9}">
      <dsp:nvSpPr>
        <dsp:cNvPr id="0" name=""/>
        <dsp:cNvSpPr/>
      </dsp:nvSpPr>
      <dsp:spPr>
        <a:xfrm>
          <a:off x="0" y="0"/>
          <a:ext cx="2981131" cy="1793083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000" b="1" kern="1200" dirty="0" smtClean="0">
              <a:latin typeface="Arial" pitchFamily="34" charset="0"/>
              <a:cs typeface="Arial" pitchFamily="34" charset="0"/>
            </a:rPr>
            <a:t>Royal assent by the Governor-General</a:t>
          </a:r>
          <a:endParaRPr lang="en-AU" sz="2000" b="1" kern="1200" dirty="0">
            <a:latin typeface="Arial" pitchFamily="34" charset="0"/>
            <a:cs typeface="Arial" pitchFamily="34" charset="0"/>
          </a:endParaRPr>
        </a:p>
      </dsp:txBody>
      <dsp:txXfrm>
        <a:off x="87531" y="87531"/>
        <a:ext cx="2806069" cy="1618021"/>
      </dsp:txXfrm>
    </dsp:sp>
    <dsp:sp modelId="{B65E11E8-FEA0-49B8-BB85-C17ED78FE316}">
      <dsp:nvSpPr>
        <dsp:cNvPr id="0" name=""/>
        <dsp:cNvSpPr/>
      </dsp:nvSpPr>
      <dsp:spPr>
        <a:xfrm>
          <a:off x="0" y="1803707"/>
          <a:ext cx="8272839" cy="1793083"/>
        </a:xfrm>
        <a:prstGeom prst="roundRect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000" b="1" kern="1200" dirty="0" smtClean="0">
              <a:latin typeface="Arial" pitchFamily="34" charset="0"/>
              <a:cs typeface="Arial" pitchFamily="34" charset="0"/>
            </a:rPr>
            <a:t>BILL BECOMES AN ACT OF PARLIAMENT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000" b="1" kern="1200" dirty="0" smtClean="0">
              <a:latin typeface="Arial" pitchFamily="34" charset="0"/>
              <a:cs typeface="Arial" pitchFamily="34" charset="0"/>
            </a:rPr>
            <a:t>(A LAW OF AUSTRALIA)</a:t>
          </a:r>
          <a:endParaRPr lang="en-AU" sz="2000" b="1" kern="1200" dirty="0">
            <a:latin typeface="Arial" pitchFamily="34" charset="0"/>
            <a:cs typeface="Arial" pitchFamily="34" charset="0"/>
          </a:endParaRPr>
        </a:p>
      </dsp:txBody>
      <dsp:txXfrm>
        <a:off x="87531" y="1891238"/>
        <a:ext cx="8097777" cy="161802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6DA119-DA8D-41F3-90E7-70D1C6780914}">
      <dsp:nvSpPr>
        <dsp:cNvPr id="0" name=""/>
        <dsp:cNvSpPr/>
      </dsp:nvSpPr>
      <dsp:spPr>
        <a:xfrm>
          <a:off x="0" y="20499"/>
          <a:ext cx="7224464" cy="46507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000" kern="1200" dirty="0" smtClean="0">
              <a:latin typeface="Arial" pitchFamily="34" charset="0"/>
              <a:cs typeface="Arial" pitchFamily="34" charset="0"/>
            </a:rPr>
            <a:t>1. </a:t>
          </a:r>
          <a:r>
            <a:rPr lang="en-AU" sz="2000" b="1" kern="1200" dirty="0" smtClean="0">
              <a:latin typeface="Arial" pitchFamily="34" charset="0"/>
              <a:cs typeface="Arial" pitchFamily="34" charset="0"/>
            </a:rPr>
            <a:t>Presentation, explanatory speech and first reading</a:t>
          </a:r>
          <a:endParaRPr lang="en-AU" sz="2000" b="1" kern="1200" dirty="0">
            <a:latin typeface="Arial" pitchFamily="34" charset="0"/>
            <a:cs typeface="Arial" pitchFamily="34" charset="0"/>
          </a:endParaRPr>
        </a:p>
      </dsp:txBody>
      <dsp:txXfrm>
        <a:off x="22703" y="43202"/>
        <a:ext cx="7179058" cy="419669"/>
      </dsp:txXfrm>
    </dsp:sp>
    <dsp:sp modelId="{17A6572B-6880-4200-A45D-344FCC15B55C}">
      <dsp:nvSpPr>
        <dsp:cNvPr id="0" name=""/>
        <dsp:cNvSpPr/>
      </dsp:nvSpPr>
      <dsp:spPr>
        <a:xfrm>
          <a:off x="0" y="528774"/>
          <a:ext cx="7224464" cy="465075"/>
        </a:xfrm>
        <a:prstGeom prst="roundRect">
          <a:avLst/>
        </a:prstGeom>
        <a:solidFill>
          <a:schemeClr val="accent4">
            <a:hueOff val="-637824"/>
            <a:satOff val="3843"/>
            <a:lumOff val="30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000" b="1" kern="1200" dirty="0" smtClean="0">
              <a:latin typeface="Arial" pitchFamily="34" charset="0"/>
              <a:cs typeface="Arial" pitchFamily="34" charset="0"/>
            </a:rPr>
            <a:t>2. Committee consideration</a:t>
          </a:r>
          <a:endParaRPr lang="en-AU" sz="2000" b="1" kern="1200" dirty="0">
            <a:latin typeface="Arial" pitchFamily="34" charset="0"/>
            <a:cs typeface="Arial" pitchFamily="34" charset="0"/>
          </a:endParaRPr>
        </a:p>
      </dsp:txBody>
      <dsp:txXfrm>
        <a:off x="22703" y="551477"/>
        <a:ext cx="7179058" cy="419669"/>
      </dsp:txXfrm>
    </dsp:sp>
    <dsp:sp modelId="{49CC60BA-D69A-456B-88FA-F2DE289ABCBE}">
      <dsp:nvSpPr>
        <dsp:cNvPr id="0" name=""/>
        <dsp:cNvSpPr/>
      </dsp:nvSpPr>
      <dsp:spPr>
        <a:xfrm>
          <a:off x="0" y="1037049"/>
          <a:ext cx="7224464" cy="465075"/>
        </a:xfrm>
        <a:prstGeom prst="roundRect">
          <a:avLst/>
        </a:prstGeom>
        <a:solidFill>
          <a:schemeClr val="accent4">
            <a:hueOff val="-1275649"/>
            <a:satOff val="7685"/>
            <a:lumOff val="61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000" b="1" kern="1200" dirty="0" smtClean="0">
              <a:latin typeface="Arial" pitchFamily="34" charset="0"/>
              <a:cs typeface="Arial" pitchFamily="34" charset="0"/>
            </a:rPr>
            <a:t>3. Committee report</a:t>
          </a:r>
          <a:endParaRPr lang="en-AU" sz="2000" b="1" kern="1200" dirty="0">
            <a:latin typeface="Arial" pitchFamily="34" charset="0"/>
            <a:cs typeface="Arial" pitchFamily="34" charset="0"/>
          </a:endParaRPr>
        </a:p>
      </dsp:txBody>
      <dsp:txXfrm>
        <a:off x="22703" y="1059752"/>
        <a:ext cx="7179058" cy="419669"/>
      </dsp:txXfrm>
    </dsp:sp>
    <dsp:sp modelId="{3902EAF9-8B06-4CAD-9711-1F7DA79C2196}">
      <dsp:nvSpPr>
        <dsp:cNvPr id="0" name=""/>
        <dsp:cNvSpPr/>
      </dsp:nvSpPr>
      <dsp:spPr>
        <a:xfrm>
          <a:off x="0" y="1545324"/>
          <a:ext cx="7224464" cy="465075"/>
        </a:xfrm>
        <a:prstGeom prst="roundRect">
          <a:avLst/>
        </a:prstGeom>
        <a:solidFill>
          <a:schemeClr val="accent4">
            <a:hueOff val="-1913473"/>
            <a:satOff val="11528"/>
            <a:lumOff val="92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000" b="1" kern="1200" dirty="0" smtClean="0">
              <a:latin typeface="Arial" pitchFamily="34" charset="0"/>
              <a:cs typeface="Arial" pitchFamily="34" charset="0"/>
            </a:rPr>
            <a:t>4. Second reading</a:t>
          </a:r>
          <a:endParaRPr lang="en-AU" sz="2000" b="1" kern="1200" dirty="0">
            <a:latin typeface="Arial" pitchFamily="34" charset="0"/>
            <a:cs typeface="Arial" pitchFamily="34" charset="0"/>
          </a:endParaRPr>
        </a:p>
      </dsp:txBody>
      <dsp:txXfrm>
        <a:off x="22703" y="1568027"/>
        <a:ext cx="7179058" cy="419669"/>
      </dsp:txXfrm>
    </dsp:sp>
    <dsp:sp modelId="{F9B84C5B-BDCC-429C-92A6-8325792CD0C4}">
      <dsp:nvSpPr>
        <dsp:cNvPr id="0" name=""/>
        <dsp:cNvSpPr/>
      </dsp:nvSpPr>
      <dsp:spPr>
        <a:xfrm>
          <a:off x="0" y="2053600"/>
          <a:ext cx="7224464" cy="465075"/>
        </a:xfrm>
        <a:prstGeom prst="roundRect">
          <a:avLst/>
        </a:prstGeom>
        <a:solidFill>
          <a:schemeClr val="accent4">
            <a:hueOff val="-2551297"/>
            <a:satOff val="15371"/>
            <a:lumOff val="123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000" b="1" kern="1200" dirty="0" smtClean="0">
              <a:latin typeface="Arial" pitchFamily="34" charset="0"/>
              <a:cs typeface="Arial" pitchFamily="34" charset="0"/>
            </a:rPr>
            <a:t>5.</a:t>
          </a:r>
          <a:r>
            <a:rPr lang="en-AU" sz="2000" kern="1200" dirty="0" smtClean="0">
              <a:latin typeface="Arial" pitchFamily="34" charset="0"/>
              <a:cs typeface="Arial" pitchFamily="34" charset="0"/>
            </a:rPr>
            <a:t> </a:t>
          </a:r>
          <a:r>
            <a:rPr lang="en-AU" sz="2000" b="1" kern="1200" dirty="0" smtClean="0">
              <a:latin typeface="Arial" pitchFamily="34" charset="0"/>
              <a:cs typeface="Arial" pitchFamily="34" charset="0"/>
            </a:rPr>
            <a:t>Consideration in detail</a:t>
          </a:r>
          <a:endParaRPr lang="en-AU" sz="2000" b="1" kern="1200" dirty="0">
            <a:latin typeface="Arial" pitchFamily="34" charset="0"/>
            <a:cs typeface="Arial" pitchFamily="34" charset="0"/>
          </a:endParaRPr>
        </a:p>
      </dsp:txBody>
      <dsp:txXfrm>
        <a:off x="22703" y="2076303"/>
        <a:ext cx="7179058" cy="419669"/>
      </dsp:txXfrm>
    </dsp:sp>
    <dsp:sp modelId="{98D81243-EB0F-4CFD-A390-CEB586AD55A3}">
      <dsp:nvSpPr>
        <dsp:cNvPr id="0" name=""/>
        <dsp:cNvSpPr/>
      </dsp:nvSpPr>
      <dsp:spPr>
        <a:xfrm>
          <a:off x="0" y="2561875"/>
          <a:ext cx="7224464" cy="465075"/>
        </a:xfrm>
        <a:prstGeom prst="roundRect">
          <a:avLst/>
        </a:prstGeom>
        <a:solidFill>
          <a:schemeClr val="accent4">
            <a:hueOff val="-3189121"/>
            <a:satOff val="19214"/>
            <a:lumOff val="154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000" b="1" kern="1200" dirty="0" smtClean="0">
              <a:latin typeface="Arial" pitchFamily="34" charset="0"/>
              <a:cs typeface="Arial" pitchFamily="34" charset="0"/>
            </a:rPr>
            <a:t>6. Third reading</a:t>
          </a:r>
          <a:endParaRPr lang="en-AU" sz="2000" b="1" kern="1200" dirty="0">
            <a:latin typeface="Arial" pitchFamily="34" charset="0"/>
            <a:cs typeface="Arial" pitchFamily="34" charset="0"/>
          </a:endParaRPr>
        </a:p>
      </dsp:txBody>
      <dsp:txXfrm>
        <a:off x="22703" y="2584578"/>
        <a:ext cx="7179058" cy="419669"/>
      </dsp:txXfrm>
    </dsp:sp>
    <dsp:sp modelId="{ECE96AAC-D1DA-4A7B-9923-5BE9E521C375}">
      <dsp:nvSpPr>
        <dsp:cNvPr id="0" name=""/>
        <dsp:cNvSpPr/>
      </dsp:nvSpPr>
      <dsp:spPr>
        <a:xfrm>
          <a:off x="0" y="3070150"/>
          <a:ext cx="7224464" cy="465075"/>
        </a:xfrm>
        <a:prstGeom prst="roundRect">
          <a:avLst/>
        </a:prstGeom>
        <a:solidFill>
          <a:schemeClr val="accent4">
            <a:hueOff val="-3826945"/>
            <a:satOff val="23056"/>
            <a:lumOff val="184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000" b="1" kern="1200" dirty="0" smtClean="0">
              <a:latin typeface="Arial" pitchFamily="34" charset="0"/>
              <a:cs typeface="Arial" pitchFamily="34" charset="0"/>
            </a:rPr>
            <a:t>7. Royal assent — signed by the Governor</a:t>
          </a:r>
          <a:endParaRPr lang="en-AU" sz="2000" b="1" kern="1200" dirty="0">
            <a:latin typeface="Arial" pitchFamily="34" charset="0"/>
            <a:cs typeface="Arial" pitchFamily="34" charset="0"/>
          </a:endParaRPr>
        </a:p>
      </dsp:txBody>
      <dsp:txXfrm>
        <a:off x="22703" y="3092853"/>
        <a:ext cx="7179058" cy="419669"/>
      </dsp:txXfrm>
    </dsp:sp>
    <dsp:sp modelId="{FAB6BB87-89F7-4642-BC11-914A09DECEF1}">
      <dsp:nvSpPr>
        <dsp:cNvPr id="0" name=""/>
        <dsp:cNvSpPr/>
      </dsp:nvSpPr>
      <dsp:spPr>
        <a:xfrm>
          <a:off x="0" y="3578425"/>
          <a:ext cx="7224464" cy="465075"/>
        </a:xfrm>
        <a:prstGeom prst="roundRect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000" b="1" kern="1200" dirty="0" smtClean="0">
              <a:latin typeface="Arial" pitchFamily="34" charset="0"/>
              <a:cs typeface="Arial" pitchFamily="34" charset="0"/>
            </a:rPr>
            <a:t>THE BILL BECOMES LAW</a:t>
          </a:r>
          <a:endParaRPr lang="en-AU" sz="2000" b="1" kern="1200" dirty="0">
            <a:latin typeface="Arial" pitchFamily="34" charset="0"/>
            <a:cs typeface="Arial" pitchFamily="34" charset="0"/>
          </a:endParaRPr>
        </a:p>
      </dsp:txBody>
      <dsp:txXfrm>
        <a:off x="22703" y="3601128"/>
        <a:ext cx="7179058" cy="41966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C01C3B-FFC9-4969-9466-605208B9BEA4}">
      <dsp:nvSpPr>
        <dsp:cNvPr id="0" name=""/>
        <dsp:cNvSpPr/>
      </dsp:nvSpPr>
      <dsp:spPr>
        <a:xfrm>
          <a:off x="2572" y="542542"/>
          <a:ext cx="2508362" cy="85739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000" kern="1200" dirty="0" smtClean="0">
              <a:latin typeface="Arial" pitchFamily="34" charset="0"/>
              <a:cs typeface="Arial" pitchFamily="34" charset="0"/>
            </a:rPr>
            <a:t>Most Bills are introduced:</a:t>
          </a:r>
          <a:endParaRPr lang="en-AU" sz="2000" kern="1200" dirty="0">
            <a:latin typeface="Arial" pitchFamily="34" charset="0"/>
            <a:cs typeface="Arial" pitchFamily="34" charset="0"/>
          </a:endParaRPr>
        </a:p>
      </dsp:txBody>
      <dsp:txXfrm>
        <a:off x="2572" y="542542"/>
        <a:ext cx="2508362" cy="857393"/>
      </dsp:txXfrm>
    </dsp:sp>
    <dsp:sp modelId="{6138BD15-3E3E-4594-8F22-5C0EBA1250E5}">
      <dsp:nvSpPr>
        <dsp:cNvPr id="0" name=""/>
        <dsp:cNvSpPr/>
      </dsp:nvSpPr>
      <dsp:spPr>
        <a:xfrm>
          <a:off x="2572" y="1399936"/>
          <a:ext cx="2508362" cy="2594025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2100" kern="1200" dirty="0" smtClean="0">
              <a:latin typeface="Arial" pitchFamily="34" charset="0"/>
              <a:cs typeface="Arial" pitchFamily="34" charset="0"/>
            </a:rPr>
            <a:t>in the House of Representatives and then are sent to the Senate</a:t>
          </a:r>
          <a:endParaRPr lang="en-AU" sz="2100" kern="1200" dirty="0">
            <a:latin typeface="Arial" pitchFamily="34" charset="0"/>
            <a:cs typeface="Arial" pitchFamily="34" charset="0"/>
          </a:endParaRP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AU" sz="2100" kern="1200" dirty="0">
            <a:latin typeface="Arial" pitchFamily="34" charset="0"/>
            <a:cs typeface="Arial" pitchFamily="34" charset="0"/>
          </a:endParaRP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2100" kern="1200" dirty="0" smtClean="0">
              <a:latin typeface="Arial" pitchFamily="34" charset="0"/>
              <a:cs typeface="Arial" pitchFamily="34" charset="0"/>
            </a:rPr>
            <a:t>by government ministers.</a:t>
          </a:r>
          <a:endParaRPr lang="en-AU" sz="2100" kern="1200" dirty="0">
            <a:latin typeface="Arial" pitchFamily="34" charset="0"/>
            <a:cs typeface="Arial" pitchFamily="34" charset="0"/>
          </a:endParaRPr>
        </a:p>
      </dsp:txBody>
      <dsp:txXfrm>
        <a:off x="2572" y="1399936"/>
        <a:ext cx="2508362" cy="2594025"/>
      </dsp:txXfrm>
    </dsp:sp>
    <dsp:sp modelId="{84F3143A-6974-4103-B5EA-D31C2C9DF50C}">
      <dsp:nvSpPr>
        <dsp:cNvPr id="0" name=""/>
        <dsp:cNvSpPr/>
      </dsp:nvSpPr>
      <dsp:spPr>
        <a:xfrm>
          <a:off x="2862106" y="542542"/>
          <a:ext cx="2508362" cy="857393"/>
        </a:xfrm>
        <a:prstGeom prst="rect">
          <a:avLst/>
        </a:prstGeom>
        <a:solidFill>
          <a:schemeClr val="accent4">
            <a:hueOff val="-2232385"/>
            <a:satOff val="13449"/>
            <a:lumOff val="1078"/>
            <a:alphaOff val="0"/>
          </a:schemeClr>
        </a:solidFill>
        <a:ln w="25400" cap="flat" cmpd="sng" algn="ctr">
          <a:solidFill>
            <a:schemeClr val="accent4">
              <a:hueOff val="-2232385"/>
              <a:satOff val="13449"/>
              <a:lumOff val="107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600" kern="1200" dirty="0" smtClean="0">
              <a:latin typeface="Arial" pitchFamily="34" charset="0"/>
              <a:cs typeface="Arial" pitchFamily="34" charset="0"/>
            </a:rPr>
            <a:t>A Bill can be introduced into the Senate, except for Bills concerning:</a:t>
          </a:r>
          <a:endParaRPr lang="en-AU" sz="1600" kern="1200" dirty="0">
            <a:latin typeface="Arial" pitchFamily="34" charset="0"/>
            <a:cs typeface="Arial" pitchFamily="34" charset="0"/>
          </a:endParaRPr>
        </a:p>
      </dsp:txBody>
      <dsp:txXfrm>
        <a:off x="2862106" y="542542"/>
        <a:ext cx="2508362" cy="857393"/>
      </dsp:txXfrm>
    </dsp:sp>
    <dsp:sp modelId="{E9CE2593-CFC1-4DB0-AABC-34349B0E64EE}">
      <dsp:nvSpPr>
        <dsp:cNvPr id="0" name=""/>
        <dsp:cNvSpPr/>
      </dsp:nvSpPr>
      <dsp:spPr>
        <a:xfrm>
          <a:off x="2862106" y="1399936"/>
          <a:ext cx="2508362" cy="2594025"/>
        </a:xfrm>
        <a:prstGeom prst="rect">
          <a:avLst/>
        </a:prstGeom>
        <a:solidFill>
          <a:schemeClr val="accent4">
            <a:tint val="40000"/>
            <a:alpha val="90000"/>
            <a:hueOff val="-1972853"/>
            <a:satOff val="11079"/>
            <a:lumOff val="704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-1972853"/>
              <a:satOff val="11079"/>
              <a:lumOff val="70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2400" kern="1200" dirty="0" smtClean="0">
              <a:latin typeface="Arial" pitchFamily="34" charset="0"/>
              <a:cs typeface="Arial" pitchFamily="34" charset="0"/>
            </a:rPr>
            <a:t>money</a:t>
          </a:r>
          <a:endParaRPr lang="en-AU" sz="2400" kern="1200" dirty="0">
            <a:latin typeface="Arial" pitchFamily="34" charset="0"/>
            <a:cs typeface="Arial" pitchFamily="34" charset="0"/>
          </a:endParaRP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AU" sz="2100" kern="1200" dirty="0">
            <a:latin typeface="Arial" pitchFamily="34" charset="0"/>
            <a:cs typeface="Arial" pitchFamily="34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2400" kern="1200" dirty="0" smtClean="0">
              <a:latin typeface="Arial" pitchFamily="34" charset="0"/>
              <a:cs typeface="Arial" pitchFamily="34" charset="0"/>
            </a:rPr>
            <a:t>taxation.</a:t>
          </a:r>
          <a:endParaRPr lang="en-AU" sz="2400" kern="1200" dirty="0">
            <a:latin typeface="Arial" pitchFamily="34" charset="0"/>
            <a:cs typeface="Arial" pitchFamily="34" charset="0"/>
          </a:endParaRPr>
        </a:p>
      </dsp:txBody>
      <dsp:txXfrm>
        <a:off x="2862106" y="1399936"/>
        <a:ext cx="2508362" cy="2594025"/>
      </dsp:txXfrm>
    </dsp:sp>
    <dsp:sp modelId="{23188F46-1FFF-45DC-835F-4E91C336B0B3}">
      <dsp:nvSpPr>
        <dsp:cNvPr id="0" name=""/>
        <dsp:cNvSpPr/>
      </dsp:nvSpPr>
      <dsp:spPr>
        <a:xfrm>
          <a:off x="5721640" y="542542"/>
          <a:ext cx="2508362" cy="857393"/>
        </a:xfrm>
        <a:prstGeom prst="rect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accent4">
              <a:hueOff val="-4464770"/>
              <a:satOff val="26899"/>
              <a:lumOff val="215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800" kern="1200" dirty="0" smtClean="0">
              <a:latin typeface="Arial" pitchFamily="34" charset="0"/>
              <a:cs typeface="Arial" pitchFamily="34" charset="0"/>
            </a:rPr>
            <a:t>Bills can take weeks or months to pass through parliament.</a:t>
          </a:r>
          <a:endParaRPr lang="en-AU" sz="1800" kern="1200" dirty="0">
            <a:latin typeface="Arial" pitchFamily="34" charset="0"/>
            <a:cs typeface="Arial" pitchFamily="34" charset="0"/>
          </a:endParaRPr>
        </a:p>
      </dsp:txBody>
      <dsp:txXfrm>
        <a:off x="5721640" y="542542"/>
        <a:ext cx="2508362" cy="857393"/>
      </dsp:txXfrm>
    </dsp:sp>
    <dsp:sp modelId="{BFEEE3E2-FB21-46AF-9C0E-452ECD5FEF78}">
      <dsp:nvSpPr>
        <dsp:cNvPr id="0" name=""/>
        <dsp:cNvSpPr/>
      </dsp:nvSpPr>
      <dsp:spPr>
        <a:xfrm>
          <a:off x="5721640" y="1399936"/>
          <a:ext cx="2508362" cy="2594025"/>
        </a:xfrm>
        <a:prstGeom prst="rect">
          <a:avLst/>
        </a:prstGeom>
        <a:solidFill>
          <a:schemeClr val="accent4">
            <a:tint val="40000"/>
            <a:alpha val="90000"/>
            <a:hueOff val="-3945706"/>
            <a:satOff val="22157"/>
            <a:lumOff val="1408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-3945706"/>
              <a:satOff val="22157"/>
              <a:lumOff val="140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2100" kern="1200" dirty="0" smtClean="0">
              <a:latin typeface="Arial" pitchFamily="34" charset="0"/>
              <a:cs typeface="Arial" pitchFamily="34" charset="0"/>
            </a:rPr>
            <a:t>200 Bills are introduced into parliament each year.</a:t>
          </a:r>
          <a:endParaRPr lang="en-AU" sz="2100" kern="1200" dirty="0">
            <a:latin typeface="Arial" pitchFamily="34" charset="0"/>
            <a:cs typeface="Arial" pitchFamily="34" charset="0"/>
          </a:endParaRP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AU" sz="2100" kern="1200" dirty="0">
            <a:latin typeface="Arial" pitchFamily="34" charset="0"/>
            <a:cs typeface="Arial" pitchFamily="34" charset="0"/>
          </a:endParaRP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2100" kern="1200" dirty="0" smtClean="0">
              <a:latin typeface="Arial" pitchFamily="34" charset="0"/>
              <a:cs typeface="Arial" pitchFamily="34" charset="0"/>
            </a:rPr>
            <a:t>90 per cent of Bills are passed into law.</a:t>
          </a:r>
          <a:endParaRPr lang="en-AU" sz="2100" kern="1200" dirty="0">
            <a:latin typeface="Arial" pitchFamily="34" charset="0"/>
            <a:cs typeface="Arial" pitchFamily="34" charset="0"/>
          </a:endParaRPr>
        </a:p>
      </dsp:txBody>
      <dsp:txXfrm>
        <a:off x="5721640" y="1399936"/>
        <a:ext cx="2508362" cy="25940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33441A-51BE-4165-8E1A-B0DFBBA158D1}" type="datetimeFigureOut">
              <a:rPr lang="en-AU" smtClean="0"/>
              <a:t>1/02/2017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CCD570-7A19-4784-B4E4-B49773B3642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10037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CCD570-7A19-4784-B4E4-B49773B3642D}" type="slidenum">
              <a:rPr lang="en-AU" smtClean="0"/>
              <a:t>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008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CCD570-7A19-4784-B4E4-B49773B3642D}" type="slidenum">
              <a:rPr lang="en-AU" smtClean="0"/>
              <a:t>2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143279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CCD570-7A19-4784-B4E4-B49773B3642D}" type="slidenum">
              <a:rPr lang="en-AU" smtClean="0"/>
              <a:t>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143279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CCD570-7A19-4784-B4E4-B49773B3642D}" type="slidenum">
              <a:rPr lang="en-AU" smtClean="0"/>
              <a:t>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143279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CCD570-7A19-4784-B4E4-B49773B3642D}" type="slidenum">
              <a:rPr lang="en-AU" smtClean="0"/>
              <a:t>5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143279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CCD570-7A19-4784-B4E4-B49773B3642D}" type="slidenum">
              <a:rPr lang="en-AU" smtClean="0"/>
              <a:t>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143279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CCD570-7A19-4784-B4E4-B49773B3642D}" type="slidenum">
              <a:rPr lang="en-AU" smtClean="0"/>
              <a:t>7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14327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CCD570-7A19-4784-B4E4-B49773B3642D}" type="slidenum">
              <a:rPr lang="en-AU" smtClean="0"/>
              <a:t>8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143279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CCD570-7A19-4784-B4E4-B49773B3642D}" type="slidenum">
              <a:rPr lang="en-AU" smtClean="0"/>
              <a:t>9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14327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74257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47211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6695787"/>
            <a:ext cx="1940280" cy="169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500" b="0" i="0" u="none" strike="noStrike" kern="1200" baseline="0" dirty="0" smtClean="0">
                <a:solidFill>
                  <a:srgbClr val="000000"/>
                </a:solidFill>
                <a:latin typeface="Arial"/>
                <a:ea typeface="+mn-ea"/>
                <a:cs typeface="Arial"/>
              </a:rPr>
              <a:t>CIC_Y05-06Band_U2_SS_ParlMakesLaw</a:t>
            </a:r>
          </a:p>
        </p:txBody>
      </p:sp>
      <p:pic>
        <p:nvPicPr>
          <p:cNvPr id="7" name="Picture 6" descr="C2CIcon.png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44" y="6511769"/>
            <a:ext cx="424150" cy="184018"/>
          </a:xfrm>
          <a:prstGeom prst="rect">
            <a:avLst/>
          </a:prstGeom>
        </p:spPr>
      </p:pic>
      <p:pic>
        <p:nvPicPr>
          <p:cNvPr id="8" name="Picture 7" descr="Qld-CoA-1LS-S-mono-webTRANS.png"/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53964" y="6575577"/>
            <a:ext cx="1313166" cy="227142"/>
          </a:xfrm>
          <a:prstGeom prst="rect">
            <a:avLst/>
          </a:prstGeom>
        </p:spPr>
      </p:pic>
      <p:pic>
        <p:nvPicPr>
          <p:cNvPr id="13" name="Picture 12" descr="../../../../../../../../Volumes/Data/Coredata/DevArea/C2C/ePublishing/Templates/logos/201"/>
          <p:cNvPicPr/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6605324"/>
            <a:ext cx="1719220" cy="2080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07943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8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 idx="4294967295"/>
          </p:nvPr>
        </p:nvSpPr>
        <p:spPr>
          <a:xfrm>
            <a:off x="755576" y="548680"/>
            <a:ext cx="7772400" cy="108011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noFill/>
          </a:ln>
        </p:spPr>
        <p:txBody>
          <a:bodyPr anchor="ctr">
            <a:normAutofit/>
          </a:bodyPr>
          <a:lstStyle/>
          <a:p>
            <a:r>
              <a:rPr lang="en-AU" sz="4800" b="1" dirty="0" smtClean="0">
                <a:latin typeface="Arial" pitchFamily="34" charset="0"/>
                <a:cs typeface="Arial" pitchFamily="34" charset="0"/>
              </a:rPr>
              <a:t>Parliament makes law</a:t>
            </a:r>
            <a:endParaRPr lang="en-AU" sz="4800" b="1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829069564"/>
              </p:ext>
            </p:extLst>
          </p:nvPr>
        </p:nvGraphicFramePr>
        <p:xfrm>
          <a:off x="827584" y="2060848"/>
          <a:ext cx="7632848" cy="3960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73154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noFill/>
          </a:ln>
        </p:spPr>
        <p:txBody>
          <a:bodyPr anchor="ctr">
            <a:normAutofit/>
          </a:bodyPr>
          <a:lstStyle/>
          <a:p>
            <a:r>
              <a:rPr lang="en-AU" sz="4000" b="1" dirty="0" smtClean="0">
                <a:latin typeface="Arial" pitchFamily="34" charset="0"/>
                <a:cs typeface="Arial" pitchFamily="34" charset="0"/>
              </a:rPr>
              <a:t>Who makes laws in parliament?</a:t>
            </a:r>
            <a:endParaRPr lang="en-AU" sz="40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3548" y="1700808"/>
            <a:ext cx="8136904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 smtClean="0">
                <a:latin typeface="Arial" pitchFamily="34" charset="0"/>
                <a:cs typeface="Arial" pitchFamily="34" charset="0"/>
              </a:rPr>
              <a:t>Law-making is a key role of parliament.</a:t>
            </a:r>
          </a:p>
          <a:p>
            <a:endParaRPr lang="en-AU" sz="800" dirty="0" smtClean="0">
              <a:latin typeface="Arial" pitchFamily="34" charset="0"/>
              <a:cs typeface="Arial" pitchFamily="34" charset="0"/>
            </a:endParaRPr>
          </a:p>
          <a:p>
            <a:r>
              <a:rPr lang="en-AU" sz="3600" dirty="0" smtClean="0">
                <a:latin typeface="Arial" pitchFamily="34" charset="0"/>
                <a:cs typeface="Arial" pitchFamily="34" charset="0"/>
              </a:rPr>
              <a:t>Members of parliament</a:t>
            </a:r>
            <a:r>
              <a:rPr lang="en-AU" sz="3600" b="1" dirty="0" smtClean="0">
                <a:latin typeface="Arial" pitchFamily="34" charset="0"/>
                <a:cs typeface="Arial" pitchFamily="34" charset="0"/>
              </a:rPr>
              <a:t> debate, refine </a:t>
            </a:r>
            <a:r>
              <a:rPr lang="en-AU" sz="3600" dirty="0" smtClean="0">
                <a:latin typeface="Arial" pitchFamily="34" charset="0"/>
                <a:cs typeface="Arial" pitchFamily="34" charset="0"/>
              </a:rPr>
              <a:t>and</a:t>
            </a:r>
            <a:r>
              <a:rPr lang="en-AU" sz="36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AU" sz="3600" b="1" dirty="0" smtClean="0">
                <a:latin typeface="Arial" pitchFamily="34" charset="0"/>
                <a:cs typeface="Arial" pitchFamily="34" charset="0"/>
              </a:rPr>
              <a:t>vote on a</a:t>
            </a:r>
            <a:r>
              <a:rPr lang="en-AU" sz="3600" dirty="0" smtClean="0">
                <a:latin typeface="Arial" pitchFamily="34" charset="0"/>
                <a:cs typeface="Arial" pitchFamily="34" charset="0"/>
              </a:rPr>
              <a:t> proposal for a new law.</a:t>
            </a:r>
            <a:endParaRPr lang="en-AU" sz="36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77667" y="3923105"/>
            <a:ext cx="2648386" cy="2026175"/>
          </a:xfrm>
          <a:prstGeom prst="rect">
            <a:avLst/>
          </a:prstGeom>
        </p:spPr>
      </p:pic>
      <p:sp>
        <p:nvSpPr>
          <p:cNvPr id="10" name="Rounded Rectangular Callout 9"/>
          <p:cNvSpPr>
            <a:spLocks noChangeArrowheads="1"/>
          </p:cNvSpPr>
          <p:nvPr/>
        </p:nvSpPr>
        <p:spPr bwMode="auto">
          <a:xfrm>
            <a:off x="683568" y="3861048"/>
            <a:ext cx="4464496" cy="1816697"/>
          </a:xfrm>
          <a:prstGeom prst="wedgeRoundRectCallout">
            <a:avLst>
              <a:gd name="adj1" fmla="val 74682"/>
              <a:gd name="adj2" fmla="val 29858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Tx/>
              <a:buNone/>
              <a:tabLst/>
            </a:pPr>
            <a:r>
              <a:rPr kumimoji="0" lang="en-AU" altLang="zh-CN" sz="200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SimSun" pitchFamily="2" charset="-122"/>
                <a:cs typeface="Arial" pitchFamily="34" charset="0"/>
              </a:rPr>
              <a:t>A law starts its life as a Bill, which is presented to parliament. Let’s learn more about how a </a:t>
            </a:r>
            <a:r>
              <a:rPr lang="en-AU" altLang="zh-CN" sz="2000" dirty="0" smtClean="0">
                <a:solidFill>
                  <a:srgbClr val="000000"/>
                </a:solidFill>
                <a:latin typeface="Arial" pitchFamily="34" charset="0"/>
                <a:ea typeface="SimSun" pitchFamily="2" charset="-122"/>
                <a:cs typeface="Arial" pitchFamily="34" charset="0"/>
              </a:rPr>
              <a:t>Bill</a:t>
            </a:r>
            <a:r>
              <a:rPr kumimoji="0" lang="en-AU" altLang="zh-CN" sz="200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SimSun" pitchFamily="2" charset="-122"/>
                <a:cs typeface="Arial" pitchFamily="34" charset="0"/>
              </a:rPr>
              <a:t> becomes law in Australia.</a:t>
            </a: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4712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99412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noFill/>
          </a:ln>
        </p:spPr>
        <p:txBody>
          <a:bodyPr anchor="ctr">
            <a:normAutofit/>
          </a:bodyPr>
          <a:lstStyle/>
          <a:p>
            <a:r>
              <a:rPr lang="en-AU" sz="4000" b="1" dirty="0" smtClean="0">
                <a:latin typeface="Arial" pitchFamily="34" charset="0"/>
                <a:cs typeface="Arial" pitchFamily="34" charset="0"/>
              </a:rPr>
              <a:t>What is a Bill?</a:t>
            </a:r>
            <a:endParaRPr lang="en-AU" sz="40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619" y="1628800"/>
            <a:ext cx="81369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 smtClean="0">
                <a:latin typeface="Arial" pitchFamily="34" charset="0"/>
                <a:cs typeface="Arial" pitchFamily="34" charset="0"/>
              </a:rPr>
              <a:t>A </a:t>
            </a:r>
            <a:r>
              <a:rPr lang="en-AU" sz="3600" b="1" dirty="0" smtClean="0">
                <a:latin typeface="Arial" pitchFamily="34" charset="0"/>
                <a:cs typeface="Arial" pitchFamily="34" charset="0"/>
              </a:rPr>
              <a:t>proposal</a:t>
            </a:r>
            <a:r>
              <a:rPr lang="en-AU" sz="3600" dirty="0" smtClean="0">
                <a:latin typeface="Arial" pitchFamily="34" charset="0"/>
                <a:cs typeface="Arial" pitchFamily="34" charset="0"/>
              </a:rPr>
              <a:t> for a </a:t>
            </a:r>
            <a:r>
              <a:rPr lang="en-AU" sz="3600" b="1" dirty="0" smtClean="0">
                <a:latin typeface="Arial" pitchFamily="34" charset="0"/>
                <a:cs typeface="Arial" pitchFamily="34" charset="0"/>
              </a:rPr>
              <a:t>new law </a:t>
            </a:r>
            <a:r>
              <a:rPr lang="en-AU" sz="3600" dirty="0" smtClean="0">
                <a:latin typeface="Arial" pitchFamily="34" charset="0"/>
                <a:cs typeface="Arial" pitchFamily="34" charset="0"/>
              </a:rPr>
              <a:t>or a change to an old one is called a Bill.</a:t>
            </a:r>
            <a:endParaRPr lang="en-AU" sz="36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2050" name="Picture 2" descr="Civ_Y3-4_U2_AT_council issues TV ads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3528" y="3284984"/>
            <a:ext cx="2787895" cy="2261941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iv_Y3-4_U2_AT_council issues dog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79567" y="3234949"/>
            <a:ext cx="2419012" cy="2311976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girl_on_bike.jpg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355" y="3284984"/>
            <a:ext cx="2520280" cy="221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620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175792"/>
            <a:ext cx="1206421" cy="114834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99412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noFill/>
          </a:ln>
        </p:spPr>
        <p:txBody>
          <a:bodyPr anchor="ctr">
            <a:normAutofit/>
          </a:bodyPr>
          <a:lstStyle/>
          <a:p>
            <a:r>
              <a:rPr lang="en-AU" sz="4000" b="1" dirty="0" smtClean="0">
                <a:latin typeface="Arial" pitchFamily="34" charset="0"/>
                <a:cs typeface="Arial" pitchFamily="34" charset="0"/>
              </a:rPr>
              <a:t>Stages of the passage of a Bill</a:t>
            </a:r>
            <a:endParaRPr lang="en-AU" sz="4000" b="1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452098518"/>
              </p:ext>
            </p:extLst>
          </p:nvPr>
        </p:nvGraphicFramePr>
        <p:xfrm>
          <a:off x="323528" y="2204864"/>
          <a:ext cx="6768753" cy="40655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67544" y="1340768"/>
            <a:ext cx="82907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>
                <a:latin typeface="Arial" pitchFamily="34" charset="0"/>
                <a:cs typeface="Arial" pitchFamily="34" charset="0"/>
              </a:rPr>
              <a:t>In federal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p</a:t>
            </a:r>
            <a:r>
              <a:rPr lang="en-AU" sz="2400" dirty="0" smtClean="0">
                <a:latin typeface="Arial" pitchFamily="34" charset="0"/>
                <a:cs typeface="Arial" pitchFamily="34" charset="0"/>
              </a:rPr>
              <a:t>arliament and in most state parliaments, the steps in the passage of a Bill involve:</a:t>
            </a:r>
            <a:endParaRPr lang="en-AU" sz="24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04248" y="4653136"/>
            <a:ext cx="1988511" cy="15213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87624" y="2564904"/>
            <a:ext cx="7200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 smtClean="0"/>
              <a:t>Federal</a:t>
            </a:r>
            <a:endParaRPr lang="en-AU" sz="1100" dirty="0"/>
          </a:p>
        </p:txBody>
      </p:sp>
      <p:sp>
        <p:nvSpPr>
          <p:cNvPr id="8" name="TextBox 7"/>
          <p:cNvSpPr txBox="1"/>
          <p:nvPr/>
        </p:nvSpPr>
        <p:spPr>
          <a:xfrm>
            <a:off x="3923928" y="2625927"/>
            <a:ext cx="11521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 smtClean="0"/>
              <a:t>State/Territory</a:t>
            </a:r>
            <a:endParaRPr lang="en-AU" sz="1100" dirty="0"/>
          </a:p>
        </p:txBody>
      </p:sp>
    </p:spTree>
    <p:extLst>
      <p:ext uri="{BB962C8B-B14F-4D97-AF65-F5344CB8AC3E}">
        <p14:creationId xmlns:p14="http://schemas.microsoft.com/office/powerpoint/2010/main" val="1271189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57200" y="260648"/>
            <a:ext cx="8229600" cy="72008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noFill/>
          </a:ln>
        </p:spPr>
        <p:txBody>
          <a:bodyPr anchor="ctr">
            <a:normAutofit/>
          </a:bodyPr>
          <a:lstStyle/>
          <a:p>
            <a:r>
              <a:rPr lang="en-AU" sz="2400" b="1" dirty="0" smtClean="0">
                <a:latin typeface="Arial" pitchFamily="34" charset="0"/>
                <a:cs typeface="Arial" pitchFamily="34" charset="0"/>
              </a:rPr>
              <a:t>Stages of the passage of a Bill in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f</a:t>
            </a:r>
            <a:r>
              <a:rPr lang="en-AU" sz="2400" b="1" dirty="0" smtClean="0">
                <a:latin typeface="Arial" pitchFamily="34" charset="0"/>
                <a:cs typeface="Arial" pitchFamily="34" charset="0"/>
              </a:rPr>
              <a:t>ederal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p</a:t>
            </a:r>
            <a:r>
              <a:rPr lang="en-AU" sz="2400" b="1" dirty="0" smtClean="0">
                <a:latin typeface="Arial" pitchFamily="34" charset="0"/>
                <a:cs typeface="Arial" pitchFamily="34" charset="0"/>
              </a:rPr>
              <a:t>arliament</a:t>
            </a:r>
            <a:endParaRPr lang="en-AU" sz="2400" b="1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0" name="Diagram 9"/>
          <p:cNvGraphicFramePr/>
          <p:nvPr>
            <p:extLst>
              <p:ext uri="{D42A27DB-BD31-4B8C-83A1-F6EECF244321}">
                <p14:modId xmlns:p14="http://schemas.microsoft.com/office/powerpoint/2010/main" val="4075055798"/>
              </p:ext>
            </p:extLst>
          </p:nvPr>
        </p:nvGraphicFramePr>
        <p:xfrm>
          <a:off x="431540" y="1844824"/>
          <a:ext cx="8280920" cy="38919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27584" y="1331476"/>
            <a:ext cx="7488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b="1" dirty="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t>HOUSE OF REPRESENTATIVES (LOWER HOUSE)</a:t>
            </a:r>
            <a:endParaRPr lang="en-AU" b="1" dirty="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2086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67544" y="188640"/>
            <a:ext cx="8229600" cy="7920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noFill/>
          </a:ln>
        </p:spPr>
        <p:txBody>
          <a:bodyPr anchor="ctr">
            <a:noAutofit/>
          </a:bodyPr>
          <a:lstStyle/>
          <a:p>
            <a:r>
              <a:rPr lang="en-AU" sz="2400" b="1" dirty="0" smtClean="0">
                <a:latin typeface="Arial" pitchFamily="34" charset="0"/>
                <a:cs typeface="Arial" pitchFamily="34" charset="0"/>
              </a:rPr>
              <a:t>Stages of the passage of a Bill in federal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p</a:t>
            </a:r>
            <a:r>
              <a:rPr lang="en-AU" sz="2400" b="1" dirty="0" smtClean="0">
                <a:latin typeface="Arial" pitchFamily="34" charset="0"/>
                <a:cs typeface="Arial" pitchFamily="34" charset="0"/>
              </a:rPr>
              <a:t>arliament</a:t>
            </a:r>
            <a:endParaRPr lang="en-AU" sz="2400" b="1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0" name="Diagram 9"/>
          <p:cNvGraphicFramePr/>
          <p:nvPr>
            <p:extLst>
              <p:ext uri="{D42A27DB-BD31-4B8C-83A1-F6EECF244321}">
                <p14:modId xmlns:p14="http://schemas.microsoft.com/office/powerpoint/2010/main" val="3626874267"/>
              </p:ext>
            </p:extLst>
          </p:nvPr>
        </p:nvGraphicFramePr>
        <p:xfrm>
          <a:off x="431540" y="1625298"/>
          <a:ext cx="8280920" cy="38919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0" y="118746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SENATE (UPPER HOUSE)</a:t>
            </a:r>
            <a:endParaRPr lang="en-AU" b="1" dirty="0">
              <a:solidFill>
                <a:schemeClr val="tx1">
                  <a:lumMod val="50000"/>
                  <a:lumOff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80312" y="5229200"/>
            <a:ext cx="1438275" cy="1103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ounded Rectangular Callout 8"/>
          <p:cNvSpPr>
            <a:spLocks noChangeArrowheads="1"/>
          </p:cNvSpPr>
          <p:nvPr/>
        </p:nvSpPr>
        <p:spPr bwMode="auto">
          <a:xfrm>
            <a:off x="611560" y="5661248"/>
            <a:ext cx="6473486" cy="720080"/>
          </a:xfrm>
          <a:prstGeom prst="wedgeRoundRectCallout">
            <a:avLst>
              <a:gd name="adj1" fmla="val 57182"/>
              <a:gd name="adj2" fmla="val 7657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Tx/>
              <a:buNone/>
              <a:tabLst/>
            </a:pPr>
            <a:r>
              <a:rPr kumimoji="0" lang="en-AU" altLang="zh-CN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SimSun" pitchFamily="2" charset="-122"/>
                <a:cs typeface="Arial" pitchFamily="34" charset="0"/>
              </a:rPr>
              <a:t>If a</a:t>
            </a:r>
            <a:r>
              <a:rPr kumimoji="0" lang="en-AU" altLang="zh-CN" sz="1600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SimSun" pitchFamily="2" charset="-122"/>
                <a:cs typeface="Arial" pitchFamily="34" charset="0"/>
              </a:rPr>
              <a:t> change to the Bill has been made in the Senate, it must go back to the House of Representatives </a:t>
            </a:r>
            <a:r>
              <a:rPr lang="en-AU" altLang="zh-CN" sz="1600" dirty="0" smtClean="0">
                <a:solidFill>
                  <a:srgbClr val="000000"/>
                </a:solidFill>
                <a:latin typeface="Arial" pitchFamily="34" charset="0"/>
                <a:ea typeface="SimSun" pitchFamily="2" charset="-122"/>
                <a:cs typeface="Arial" pitchFamily="34" charset="0"/>
              </a:rPr>
              <a:t>for agreement on the amendment</a:t>
            </a:r>
            <a:r>
              <a:rPr lang="en-AU" altLang="zh-CN" sz="1400" dirty="0" smtClean="0">
                <a:solidFill>
                  <a:srgbClr val="000000"/>
                </a:solidFill>
                <a:latin typeface="Arial" pitchFamily="34" charset="0"/>
                <a:ea typeface="SimSun" pitchFamily="2" charset="-122"/>
                <a:cs typeface="Arial" pitchFamily="34" charset="0"/>
              </a:rPr>
              <a:t>.</a:t>
            </a:r>
            <a:endParaRPr kumimoji="0" 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7394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67544" y="260648"/>
            <a:ext cx="8229600" cy="7920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noFill/>
          </a:ln>
        </p:spPr>
        <p:txBody>
          <a:bodyPr anchor="ctr">
            <a:noAutofit/>
          </a:bodyPr>
          <a:lstStyle/>
          <a:p>
            <a:r>
              <a:rPr lang="en-AU" sz="2400" b="1" dirty="0" smtClean="0">
                <a:latin typeface="Arial" pitchFamily="34" charset="0"/>
                <a:cs typeface="Arial" pitchFamily="34" charset="0"/>
              </a:rPr>
              <a:t>Stages of the passage of a Bill in federal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p</a:t>
            </a:r>
            <a:r>
              <a:rPr lang="en-AU" sz="2400" b="1" dirty="0" smtClean="0">
                <a:latin typeface="Arial" pitchFamily="34" charset="0"/>
                <a:cs typeface="Arial" pitchFamily="34" charset="0"/>
              </a:rPr>
              <a:t>arliament</a:t>
            </a:r>
            <a:endParaRPr lang="en-AU" sz="2400" b="1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0" name="Diagram 9"/>
          <p:cNvGraphicFramePr/>
          <p:nvPr>
            <p:extLst>
              <p:ext uri="{D42A27DB-BD31-4B8C-83A1-F6EECF244321}">
                <p14:modId xmlns:p14="http://schemas.microsoft.com/office/powerpoint/2010/main" val="3010177601"/>
              </p:ext>
            </p:extLst>
          </p:nvPr>
        </p:nvGraphicFramePr>
        <p:xfrm>
          <a:off x="487225" y="1913330"/>
          <a:ext cx="8280920" cy="36759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90992" y="1340768"/>
            <a:ext cx="8136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t>GOVERNOR-GENERAL (MONARCH’S REPRESENTATIVE IN AUSTRALIA)</a:t>
            </a:r>
            <a:endParaRPr lang="en-AU" b="1" dirty="0">
              <a:solidFill>
                <a:srgbClr val="7F7F7F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50495" y="5111148"/>
            <a:ext cx="1517650" cy="115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ounded Rectangular Callout 5"/>
          <p:cNvSpPr>
            <a:spLocks noChangeArrowheads="1"/>
          </p:cNvSpPr>
          <p:nvPr/>
        </p:nvSpPr>
        <p:spPr bwMode="auto">
          <a:xfrm>
            <a:off x="1763688" y="5517232"/>
            <a:ext cx="5124387" cy="720080"/>
          </a:xfrm>
          <a:prstGeom prst="wedgeRoundRectCallout">
            <a:avLst>
              <a:gd name="adj1" fmla="val 60282"/>
              <a:gd name="adj2" fmla="val 16641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Tx/>
              <a:buNone/>
              <a:tabLst/>
            </a:pPr>
            <a:r>
              <a:rPr kumimoji="0" lang="en-AU" altLang="zh-CN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SimSun" pitchFamily="2" charset="-122"/>
                <a:cs typeface="Arial" pitchFamily="34" charset="0"/>
              </a:rPr>
              <a:t>Why do you think it is</a:t>
            </a:r>
            <a:r>
              <a:rPr kumimoji="0" lang="en-AU" altLang="zh-CN" sz="1600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SimSun" pitchFamily="2" charset="-122"/>
                <a:cs typeface="Arial" pitchFamily="34" charset="0"/>
              </a:rPr>
              <a:t> important that a Bill goes through so many stages before it can become a law?.</a:t>
            </a:r>
            <a:endParaRPr kumimoji="0" 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2311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noFill/>
          </a:ln>
        </p:spPr>
        <p:txBody>
          <a:bodyPr anchor="ctr">
            <a:noAutofit/>
          </a:bodyPr>
          <a:lstStyle/>
          <a:p>
            <a:r>
              <a:rPr lang="en-AU" sz="2400" b="1" dirty="0" smtClean="0">
                <a:latin typeface="Arial" pitchFamily="34" charset="0"/>
                <a:cs typeface="Arial" pitchFamily="34" charset="0"/>
              </a:rPr>
              <a:t>The stages of the passage of a Bill in the </a:t>
            </a:r>
            <a:br>
              <a:rPr lang="en-AU" sz="2400" b="1" dirty="0" smtClean="0">
                <a:latin typeface="Arial" pitchFamily="34" charset="0"/>
                <a:cs typeface="Arial" pitchFamily="34" charset="0"/>
              </a:rPr>
            </a:br>
            <a:r>
              <a:rPr lang="en-AU" sz="2400" b="1" dirty="0" smtClean="0">
                <a:latin typeface="Arial" pitchFamily="34" charset="0"/>
                <a:cs typeface="Arial" pitchFamily="34" charset="0"/>
              </a:rPr>
              <a:t>Queensland Parliament</a:t>
            </a:r>
            <a:endParaRPr lang="en-AU" sz="2400" b="1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1359865711"/>
              </p:ext>
            </p:extLst>
          </p:nvPr>
        </p:nvGraphicFramePr>
        <p:xfrm>
          <a:off x="959768" y="1700808"/>
          <a:ext cx="7224464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64734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57200" y="260648"/>
            <a:ext cx="8229600" cy="86409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noFill/>
          </a:ln>
        </p:spPr>
        <p:txBody>
          <a:bodyPr anchor="ctr">
            <a:normAutofit/>
          </a:bodyPr>
          <a:lstStyle/>
          <a:p>
            <a:r>
              <a:rPr lang="en-AU" sz="3600" b="1" dirty="0" smtClean="0">
                <a:latin typeface="Arial" pitchFamily="34" charset="0"/>
                <a:cs typeface="Arial" pitchFamily="34" charset="0"/>
              </a:rPr>
              <a:t>Did you know?</a:t>
            </a:r>
            <a:endParaRPr lang="en-AU" sz="3600" b="1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132637831"/>
              </p:ext>
            </p:extLst>
          </p:nvPr>
        </p:nvGraphicFramePr>
        <p:xfrm>
          <a:off x="467544" y="908720"/>
          <a:ext cx="8232576" cy="4536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48264" y="5171897"/>
            <a:ext cx="1440160" cy="1103537"/>
          </a:xfrm>
          <a:prstGeom prst="rect">
            <a:avLst/>
          </a:prstGeom>
        </p:spPr>
      </p:pic>
      <p:sp>
        <p:nvSpPr>
          <p:cNvPr id="5" name="Rounded Rectangular Callout 4"/>
          <p:cNvSpPr>
            <a:spLocks noChangeArrowheads="1"/>
          </p:cNvSpPr>
          <p:nvPr/>
        </p:nvSpPr>
        <p:spPr bwMode="auto">
          <a:xfrm>
            <a:off x="683568" y="5157192"/>
            <a:ext cx="5760640" cy="936104"/>
          </a:xfrm>
          <a:prstGeom prst="wedgeRoundRectCallout">
            <a:avLst>
              <a:gd name="adj1" fmla="val 58317"/>
              <a:gd name="adj2" fmla="val 29322"/>
              <a:gd name="adj3" fmla="val 16667"/>
            </a:avLst>
          </a:prstGeom>
          <a:solidFill>
            <a:schemeClr val="accent4">
              <a:lumMod val="60000"/>
              <a:lumOff val="4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Tx/>
              <a:buNone/>
              <a:tabLst/>
            </a:pPr>
            <a:r>
              <a:rPr kumimoji="0" lang="en-AU" altLang="zh-CN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SimSun" pitchFamily="2" charset="-122"/>
                <a:cs typeface="Arial" pitchFamily="34" charset="0"/>
              </a:rPr>
              <a:t>When a</a:t>
            </a:r>
            <a:r>
              <a:rPr kumimoji="0" lang="en-AU" altLang="zh-CN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SimSun" pitchFamily="2" charset="-122"/>
                <a:cs typeface="Arial" pitchFamily="34" charset="0"/>
              </a:rPr>
              <a:t> Bill is introduced by members of parliament who are not members of the government, it is called a private member’s </a:t>
            </a:r>
            <a:r>
              <a:rPr lang="en-AU" altLang="zh-CN" dirty="0" smtClean="0">
                <a:solidFill>
                  <a:srgbClr val="000000"/>
                </a:solidFill>
                <a:latin typeface="Arial" pitchFamily="34" charset="0"/>
                <a:ea typeface="SimSun" pitchFamily="2" charset="-122"/>
                <a:cs typeface="Arial" pitchFamily="34" charset="0"/>
              </a:rPr>
              <a:t>Bill </a:t>
            </a:r>
            <a:r>
              <a:rPr kumimoji="0" lang="en-AU" altLang="zh-CN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SimSun" pitchFamily="2" charset="-122"/>
                <a:cs typeface="Arial" pitchFamily="34" charset="0"/>
              </a:rPr>
              <a:t>or a private senator’s Bill. </a:t>
            </a:r>
            <a:endParaRPr kumimoji="0" 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7877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ank powerPoint presentat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 powerPoint presentation</Template>
  <TotalTime>1100</TotalTime>
  <Words>608</Words>
  <Application>Microsoft Office PowerPoint</Application>
  <PresentationFormat>On-screen Show (4:3)</PresentationFormat>
  <Paragraphs>91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blank powerPoint presentation</vt:lpstr>
      <vt:lpstr>Parliament makes law</vt:lpstr>
      <vt:lpstr>Who makes laws in parliament?</vt:lpstr>
      <vt:lpstr>What is a Bill?</vt:lpstr>
      <vt:lpstr>Stages of the passage of a Bill</vt:lpstr>
      <vt:lpstr>Stages of the passage of a Bill in federal parliament</vt:lpstr>
      <vt:lpstr>Stages of the passage of a Bill in federal parliament</vt:lpstr>
      <vt:lpstr>Stages of the passage of a Bill in federal parliament</vt:lpstr>
      <vt:lpstr>The stages of the passage of a Bill in the  Queensland Parliament</vt:lpstr>
      <vt:lpstr>Did you know?</vt:lpstr>
    </vt:vector>
  </TitlesOfParts>
  <Company>Queensland Government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SOMERVILLE, Elizabeth</dc:creator>
  <cp:lastModifiedBy>SEEARY, Adam</cp:lastModifiedBy>
  <cp:revision>109</cp:revision>
  <dcterms:created xsi:type="dcterms:W3CDTF">2014-07-21T03:07:39Z</dcterms:created>
  <dcterms:modified xsi:type="dcterms:W3CDTF">2017-02-01T03:14:55Z</dcterms:modified>
</cp:coreProperties>
</file>