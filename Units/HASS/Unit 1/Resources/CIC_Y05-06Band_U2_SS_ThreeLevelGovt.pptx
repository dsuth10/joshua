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0" r:id="rId4"/>
    <p:sldId id="265" r:id="rId5"/>
    <p:sldId id="259" r:id="rId6"/>
    <p:sldId id="268" r:id="rId7"/>
    <p:sldId id="271" r:id="rId8"/>
    <p:sldId id="263" r:id="rId9"/>
    <p:sldId id="281" r:id="rId10"/>
    <p:sldId id="270" r:id="rId11"/>
    <p:sldId id="269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9933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69" autoAdjust="0"/>
    <p:restoredTop sz="93711" autoAdjust="0"/>
  </p:normalViewPr>
  <p:slideViewPr>
    <p:cSldViewPr>
      <p:cViewPr>
        <p:scale>
          <a:sx n="100" d="100"/>
          <a:sy n="100" d="100"/>
        </p:scale>
        <p:origin x="-2034" y="-240"/>
      </p:cViewPr>
      <p:guideLst>
        <p:guide orient="horz" pos="2115"/>
        <p:guide orient="horz" pos="225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848D2970-F922-4D7F-BA2B-EF6C341322B0}">
      <dgm:prSet phldrT="[Text]"/>
      <dgm:spPr>
        <a:solidFill>
          <a:schemeClr val="accent4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State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E29591E3-055E-4263-B569-AF17520F567D}" type="parTrans" cxnId="{5D2ABE60-AAA2-449E-A36F-04BD8B08B2F6}">
      <dgm:prSet/>
      <dgm:spPr/>
      <dgm:t>
        <a:bodyPr/>
        <a:lstStyle/>
        <a:p>
          <a:endParaRPr lang="en-AU"/>
        </a:p>
      </dgm:t>
    </dgm:pt>
    <dgm:pt modelId="{71659012-747A-40D2-8B91-E85522C5FBB1}" type="sibTrans" cxnId="{5D2ABE60-AAA2-449E-A36F-04BD8B08B2F6}">
      <dgm:prSet/>
      <dgm:spPr/>
      <dgm:t>
        <a:bodyPr/>
        <a:lstStyle/>
        <a:p>
          <a:endParaRPr lang="en-AU"/>
        </a:p>
      </dgm:t>
    </dgm:pt>
    <dgm:pt modelId="{180AA581-87C7-4580-AFBC-4C77D7A2ED53}">
      <dgm:prSet phldrT="[Text]"/>
      <dgm:spPr>
        <a:solidFill>
          <a:schemeClr val="accent3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Local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3CBE24C6-7297-47B3-B1D8-E908FCD935A2}" type="parTrans" cxnId="{C5AD2483-B245-4192-84D8-F2C54261E703}">
      <dgm:prSet/>
      <dgm:spPr/>
      <dgm:t>
        <a:bodyPr/>
        <a:lstStyle/>
        <a:p>
          <a:endParaRPr lang="en-AU"/>
        </a:p>
      </dgm:t>
    </dgm:pt>
    <dgm:pt modelId="{052AF91E-815B-4994-9FCC-1A003D2BB9E5}" type="sibTrans" cxnId="{C5AD2483-B245-4192-84D8-F2C54261E703}">
      <dgm:prSet/>
      <dgm:spPr/>
      <dgm:t>
        <a:bodyPr/>
        <a:lstStyle/>
        <a:p>
          <a:endParaRPr lang="en-AU"/>
        </a:p>
      </dgm:t>
    </dgm:pt>
    <dgm:pt modelId="{5F048EC4-9ABF-4395-8D6B-79D18EC713E2}">
      <dgm:prSet phldrT="[Text]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B4CC2BF4-BF6D-47F3-B3E9-802FD996AC4B}" type="sibTrans" cxnId="{CD300362-4350-4B09-AE09-50D0EB751DB7}">
      <dgm:prSet/>
      <dgm:spPr/>
      <dgm:t>
        <a:bodyPr/>
        <a:lstStyle/>
        <a:p>
          <a:endParaRPr lang="en-AU"/>
        </a:p>
      </dgm:t>
    </dgm:pt>
    <dgm:pt modelId="{11247326-61F4-4BD4-953F-E87574414EED}" type="parTrans" cxnId="{CD300362-4350-4B09-AE09-50D0EB751DB7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 w="41275"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5C0A4D0F-D644-4753-8A4B-B4BC1D273EC7}" type="pres">
      <dgm:prSet presAssocID="{5F048EC4-9ABF-4395-8D6B-79D18EC713E2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6D1E2C3-B938-4166-AF8B-CD9B463675CD}" type="pres">
      <dgm:prSet presAssocID="{5F048EC4-9ABF-4395-8D6B-79D18EC713E2}" presName="aSpace" presStyleCnt="0"/>
      <dgm:spPr/>
    </dgm:pt>
    <dgm:pt modelId="{D27E7769-FB84-47CF-8AC8-1945A376AFE6}" type="pres">
      <dgm:prSet presAssocID="{848D2970-F922-4D7F-BA2B-EF6C341322B0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6A0F7A-87D0-4781-ABA6-8672B5277E9F}" type="pres">
      <dgm:prSet presAssocID="{848D2970-F922-4D7F-BA2B-EF6C341322B0}" presName="aSpace" presStyleCnt="0"/>
      <dgm:spPr/>
    </dgm:pt>
    <dgm:pt modelId="{1A536FB5-3A6E-43B2-9FF3-BA4C82A76749}" type="pres">
      <dgm:prSet presAssocID="{180AA581-87C7-4580-AFBC-4C77D7A2ED53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B57ADB0-6857-469D-BD72-13358C4E1EB8}" type="pres">
      <dgm:prSet presAssocID="{180AA581-87C7-4580-AFBC-4C77D7A2ED53}" presName="aSpace" presStyleCnt="0"/>
      <dgm:spPr/>
    </dgm:pt>
  </dgm:ptLst>
  <dgm:cxnLst>
    <dgm:cxn modelId="{28241626-1790-4872-BA53-87888647DA81}" type="presOf" srcId="{5F048EC4-9ABF-4395-8D6B-79D18EC713E2}" destId="{5C0A4D0F-D644-4753-8A4B-B4BC1D273EC7}" srcOrd="0" destOrd="0" presId="urn:microsoft.com/office/officeart/2005/8/layout/pyramid2"/>
    <dgm:cxn modelId="{C5AD2483-B245-4192-84D8-F2C54261E703}" srcId="{71C6D224-D09E-4DAA-8688-37A80FA77CC2}" destId="{180AA581-87C7-4580-AFBC-4C77D7A2ED53}" srcOrd="2" destOrd="0" parTransId="{3CBE24C6-7297-47B3-B1D8-E908FCD935A2}" sibTransId="{052AF91E-815B-4994-9FCC-1A003D2BB9E5}"/>
    <dgm:cxn modelId="{C93B0329-D732-4D82-B61C-3F1AEF6A3B90}" type="presOf" srcId="{848D2970-F922-4D7F-BA2B-EF6C341322B0}" destId="{D27E7769-FB84-47CF-8AC8-1945A376AFE6}" srcOrd="0" destOrd="0" presId="urn:microsoft.com/office/officeart/2005/8/layout/pyramid2"/>
    <dgm:cxn modelId="{2DCF3099-92E9-4151-A980-41BB3EB22DB7}" type="presOf" srcId="{180AA581-87C7-4580-AFBC-4C77D7A2ED53}" destId="{1A536FB5-3A6E-43B2-9FF3-BA4C82A76749}" srcOrd="0" destOrd="0" presId="urn:microsoft.com/office/officeart/2005/8/layout/pyramid2"/>
    <dgm:cxn modelId="{CD300362-4350-4B09-AE09-50D0EB751DB7}" srcId="{71C6D224-D09E-4DAA-8688-37A80FA77CC2}" destId="{5F048EC4-9ABF-4395-8D6B-79D18EC713E2}" srcOrd="0" destOrd="0" parTransId="{11247326-61F4-4BD4-953F-E87574414EED}" sibTransId="{B4CC2BF4-BF6D-47F3-B3E9-802FD996AC4B}"/>
    <dgm:cxn modelId="{CDEAB2B5-6BBA-4C5F-A025-D0252644DDF3}" type="presOf" srcId="{71C6D224-D09E-4DAA-8688-37A80FA77CC2}" destId="{902B2E8C-D64D-4F9A-873B-7303A2FF0CFA}" srcOrd="0" destOrd="0" presId="urn:microsoft.com/office/officeart/2005/8/layout/pyramid2"/>
    <dgm:cxn modelId="{5D2ABE60-AAA2-449E-A36F-04BD8B08B2F6}" srcId="{71C6D224-D09E-4DAA-8688-37A80FA77CC2}" destId="{848D2970-F922-4D7F-BA2B-EF6C341322B0}" srcOrd="1" destOrd="0" parTransId="{E29591E3-055E-4263-B569-AF17520F567D}" sibTransId="{71659012-747A-40D2-8B91-E85522C5FBB1}"/>
    <dgm:cxn modelId="{38BE8576-DBB2-455E-8425-0C673001E979}" type="presParOf" srcId="{902B2E8C-D64D-4F9A-873B-7303A2FF0CFA}" destId="{82DE59EA-53DA-4AF3-AA38-DE908764EDCB}" srcOrd="0" destOrd="0" presId="urn:microsoft.com/office/officeart/2005/8/layout/pyramid2"/>
    <dgm:cxn modelId="{E79CCAFC-BEAD-4706-9278-6E8FA93FD6DC}" type="presParOf" srcId="{902B2E8C-D64D-4F9A-873B-7303A2FF0CFA}" destId="{1DD338AE-A23F-40DF-861D-CE68BC174883}" srcOrd="1" destOrd="0" presId="urn:microsoft.com/office/officeart/2005/8/layout/pyramid2"/>
    <dgm:cxn modelId="{EA84D686-0C2A-44A0-8E3A-0B5BF09C57B8}" type="presParOf" srcId="{1DD338AE-A23F-40DF-861D-CE68BC174883}" destId="{5C0A4D0F-D644-4753-8A4B-B4BC1D273EC7}" srcOrd="0" destOrd="0" presId="urn:microsoft.com/office/officeart/2005/8/layout/pyramid2"/>
    <dgm:cxn modelId="{7AC9597A-79D8-41D9-875B-0B75F94F6F48}" type="presParOf" srcId="{1DD338AE-A23F-40DF-861D-CE68BC174883}" destId="{F6D1E2C3-B938-4166-AF8B-CD9B463675CD}" srcOrd="1" destOrd="0" presId="urn:microsoft.com/office/officeart/2005/8/layout/pyramid2"/>
    <dgm:cxn modelId="{E740AFA0-ADBE-4C14-A99A-CE7C09795F7D}" type="presParOf" srcId="{1DD338AE-A23F-40DF-861D-CE68BC174883}" destId="{D27E7769-FB84-47CF-8AC8-1945A376AFE6}" srcOrd="2" destOrd="0" presId="urn:microsoft.com/office/officeart/2005/8/layout/pyramid2"/>
    <dgm:cxn modelId="{762FC208-5702-4BCD-A90C-16A0EE35585B}" type="presParOf" srcId="{1DD338AE-A23F-40DF-861D-CE68BC174883}" destId="{C66A0F7A-87D0-4781-ABA6-8672B5277E9F}" srcOrd="3" destOrd="0" presId="urn:microsoft.com/office/officeart/2005/8/layout/pyramid2"/>
    <dgm:cxn modelId="{C3FDDE1F-AAE1-4255-B81B-65577A30A5AE}" type="presParOf" srcId="{1DD338AE-A23F-40DF-861D-CE68BC174883}" destId="{1A536FB5-3A6E-43B2-9FF3-BA4C82A76749}" srcOrd="4" destOrd="0" presId="urn:microsoft.com/office/officeart/2005/8/layout/pyramid2"/>
    <dgm:cxn modelId="{C14040B1-E89E-42F7-8E10-EBC3BEA14052}" type="presParOf" srcId="{1DD338AE-A23F-40DF-861D-CE68BC174883}" destId="{3B57ADB0-6857-469D-BD72-13358C4E1EB8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5F048EC4-9ABF-4395-8D6B-79D18EC713E2}">
      <dgm:prSet phldrT="[Text]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11247326-61F4-4BD4-953F-E87574414EED}" type="parTrans" cxnId="{CD300362-4350-4B09-AE09-50D0EB751DB7}">
      <dgm:prSet/>
      <dgm:spPr/>
      <dgm:t>
        <a:bodyPr/>
        <a:lstStyle/>
        <a:p>
          <a:endParaRPr lang="en-AU"/>
        </a:p>
      </dgm:t>
    </dgm:pt>
    <dgm:pt modelId="{B4CC2BF4-BF6D-47F3-B3E9-802FD996AC4B}" type="sibTrans" cxnId="{CD300362-4350-4B09-AE09-50D0EB751DB7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5C0A4D0F-D644-4753-8A4B-B4BC1D273EC7}" type="pres">
      <dgm:prSet presAssocID="{5F048EC4-9ABF-4395-8D6B-79D18EC713E2}" presName="aNode" presStyleLbl="fgAcc1" presStyleIdx="0" presStyleCnt="1" custScaleY="34398" custLinFactY="-13653" custLinFactNeighborX="198" custLinFactNeighborY="-100000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6D1E2C3-B938-4166-AF8B-CD9B463675CD}" type="pres">
      <dgm:prSet presAssocID="{5F048EC4-9ABF-4395-8D6B-79D18EC713E2}" presName="aSpace" presStyleCnt="0"/>
      <dgm:spPr/>
    </dgm:pt>
  </dgm:ptLst>
  <dgm:cxnLst>
    <dgm:cxn modelId="{F6D78033-C2F5-4A9B-A765-B048847BFCB1}" type="presOf" srcId="{71C6D224-D09E-4DAA-8688-37A80FA77CC2}" destId="{902B2E8C-D64D-4F9A-873B-7303A2FF0CFA}" srcOrd="0" destOrd="0" presId="urn:microsoft.com/office/officeart/2005/8/layout/pyramid2"/>
    <dgm:cxn modelId="{ACC1E2C7-871A-4D13-A8C2-0A5EFEE99D75}" type="presOf" srcId="{5F048EC4-9ABF-4395-8D6B-79D18EC713E2}" destId="{5C0A4D0F-D644-4753-8A4B-B4BC1D273EC7}" srcOrd="0" destOrd="0" presId="urn:microsoft.com/office/officeart/2005/8/layout/pyramid2"/>
    <dgm:cxn modelId="{CD300362-4350-4B09-AE09-50D0EB751DB7}" srcId="{71C6D224-D09E-4DAA-8688-37A80FA77CC2}" destId="{5F048EC4-9ABF-4395-8D6B-79D18EC713E2}" srcOrd="0" destOrd="0" parTransId="{11247326-61F4-4BD4-953F-E87574414EED}" sibTransId="{B4CC2BF4-BF6D-47F3-B3E9-802FD996AC4B}"/>
    <dgm:cxn modelId="{296FF0ED-D42D-47BC-9A94-57F2DD67B7D5}" type="presParOf" srcId="{902B2E8C-D64D-4F9A-873B-7303A2FF0CFA}" destId="{82DE59EA-53DA-4AF3-AA38-DE908764EDCB}" srcOrd="0" destOrd="0" presId="urn:microsoft.com/office/officeart/2005/8/layout/pyramid2"/>
    <dgm:cxn modelId="{16685BC6-EEF9-474A-8ACE-4AE2920793A9}" type="presParOf" srcId="{902B2E8C-D64D-4F9A-873B-7303A2FF0CFA}" destId="{1DD338AE-A23F-40DF-861D-CE68BC174883}" srcOrd="1" destOrd="0" presId="urn:microsoft.com/office/officeart/2005/8/layout/pyramid2"/>
    <dgm:cxn modelId="{A80E43C3-18DC-4871-99CC-951998B57F97}" type="presParOf" srcId="{1DD338AE-A23F-40DF-861D-CE68BC174883}" destId="{5C0A4D0F-D644-4753-8A4B-B4BC1D273EC7}" srcOrd="0" destOrd="0" presId="urn:microsoft.com/office/officeart/2005/8/layout/pyramid2"/>
    <dgm:cxn modelId="{E4BF552A-704C-40BA-BC39-C2D01E2B5002}" type="presParOf" srcId="{1DD338AE-A23F-40DF-861D-CE68BC174883}" destId="{F6D1E2C3-B938-4166-AF8B-CD9B463675CD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5F048EC4-9ABF-4395-8D6B-79D18EC713E2}">
      <dgm:prSet phldrT="[Text]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11247326-61F4-4BD4-953F-E87574414EED}" type="parTrans" cxnId="{CD300362-4350-4B09-AE09-50D0EB751DB7}">
      <dgm:prSet/>
      <dgm:spPr/>
      <dgm:t>
        <a:bodyPr/>
        <a:lstStyle/>
        <a:p>
          <a:endParaRPr lang="en-AU"/>
        </a:p>
      </dgm:t>
    </dgm:pt>
    <dgm:pt modelId="{B4CC2BF4-BF6D-47F3-B3E9-802FD996AC4B}" type="sibTrans" cxnId="{CD300362-4350-4B09-AE09-50D0EB751DB7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5C0A4D0F-D644-4753-8A4B-B4BC1D273EC7}" type="pres">
      <dgm:prSet presAssocID="{5F048EC4-9ABF-4395-8D6B-79D18EC713E2}" presName="aNode" presStyleLbl="fgAcc1" presStyleIdx="0" presStyleCnt="1" custScaleY="34398" custLinFactY="-13653" custLinFactNeighborX="198" custLinFactNeighborY="-100000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6D1E2C3-B938-4166-AF8B-CD9B463675CD}" type="pres">
      <dgm:prSet presAssocID="{5F048EC4-9ABF-4395-8D6B-79D18EC713E2}" presName="aSpace" presStyleCnt="0"/>
      <dgm:spPr/>
    </dgm:pt>
  </dgm:ptLst>
  <dgm:cxnLst>
    <dgm:cxn modelId="{FEF91880-22DF-4A65-A637-448DCAE3DEE7}" type="presOf" srcId="{5F048EC4-9ABF-4395-8D6B-79D18EC713E2}" destId="{5C0A4D0F-D644-4753-8A4B-B4BC1D273EC7}" srcOrd="0" destOrd="0" presId="urn:microsoft.com/office/officeart/2005/8/layout/pyramid2"/>
    <dgm:cxn modelId="{CD300362-4350-4B09-AE09-50D0EB751DB7}" srcId="{71C6D224-D09E-4DAA-8688-37A80FA77CC2}" destId="{5F048EC4-9ABF-4395-8D6B-79D18EC713E2}" srcOrd="0" destOrd="0" parTransId="{11247326-61F4-4BD4-953F-E87574414EED}" sibTransId="{B4CC2BF4-BF6D-47F3-B3E9-802FD996AC4B}"/>
    <dgm:cxn modelId="{1B01D251-B735-47DA-BEA2-F0454B834532}" type="presOf" srcId="{71C6D224-D09E-4DAA-8688-37A80FA77CC2}" destId="{902B2E8C-D64D-4F9A-873B-7303A2FF0CFA}" srcOrd="0" destOrd="0" presId="urn:microsoft.com/office/officeart/2005/8/layout/pyramid2"/>
    <dgm:cxn modelId="{046E2720-72A0-4C99-89DC-5273BDEFBD4D}" type="presParOf" srcId="{902B2E8C-D64D-4F9A-873B-7303A2FF0CFA}" destId="{82DE59EA-53DA-4AF3-AA38-DE908764EDCB}" srcOrd="0" destOrd="0" presId="urn:microsoft.com/office/officeart/2005/8/layout/pyramid2"/>
    <dgm:cxn modelId="{B143B324-FAFE-41E0-94EA-E86A7A36AA15}" type="presParOf" srcId="{902B2E8C-D64D-4F9A-873B-7303A2FF0CFA}" destId="{1DD338AE-A23F-40DF-861D-CE68BC174883}" srcOrd="1" destOrd="0" presId="urn:microsoft.com/office/officeart/2005/8/layout/pyramid2"/>
    <dgm:cxn modelId="{20A8C534-9378-43CA-9A65-50F6A0C685F5}" type="presParOf" srcId="{1DD338AE-A23F-40DF-861D-CE68BC174883}" destId="{5C0A4D0F-D644-4753-8A4B-B4BC1D273EC7}" srcOrd="0" destOrd="0" presId="urn:microsoft.com/office/officeart/2005/8/layout/pyramid2"/>
    <dgm:cxn modelId="{D56ACFA1-862F-41A4-82DB-72D9ACEA4F0D}" type="presParOf" srcId="{1DD338AE-A23F-40DF-861D-CE68BC174883}" destId="{F6D1E2C3-B938-4166-AF8B-CD9B463675CD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5F048EC4-9ABF-4395-8D6B-79D18EC713E2}">
      <dgm:prSet phldrT="[Text]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11247326-61F4-4BD4-953F-E87574414EED}" type="parTrans" cxnId="{CD300362-4350-4B09-AE09-50D0EB751DB7}">
      <dgm:prSet/>
      <dgm:spPr/>
      <dgm:t>
        <a:bodyPr/>
        <a:lstStyle/>
        <a:p>
          <a:endParaRPr lang="en-AU"/>
        </a:p>
      </dgm:t>
    </dgm:pt>
    <dgm:pt modelId="{B4CC2BF4-BF6D-47F3-B3E9-802FD996AC4B}" type="sibTrans" cxnId="{CD300362-4350-4B09-AE09-50D0EB751DB7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5C0A4D0F-D644-4753-8A4B-B4BC1D273EC7}" type="pres">
      <dgm:prSet presAssocID="{5F048EC4-9ABF-4395-8D6B-79D18EC713E2}" presName="aNode" presStyleLbl="fgAcc1" presStyleIdx="0" presStyleCnt="1" custScaleY="34398" custLinFactY="-13653" custLinFactNeighborX="198" custLinFactNeighborY="-100000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6D1E2C3-B938-4166-AF8B-CD9B463675CD}" type="pres">
      <dgm:prSet presAssocID="{5F048EC4-9ABF-4395-8D6B-79D18EC713E2}" presName="aSpace" presStyleCnt="0"/>
      <dgm:spPr/>
    </dgm:pt>
  </dgm:ptLst>
  <dgm:cxnLst>
    <dgm:cxn modelId="{F1216FA6-3A5D-374F-9112-C16733459979}" type="presOf" srcId="{71C6D224-D09E-4DAA-8688-37A80FA77CC2}" destId="{902B2E8C-D64D-4F9A-873B-7303A2FF0CFA}" srcOrd="0" destOrd="0" presId="urn:microsoft.com/office/officeart/2005/8/layout/pyramid2"/>
    <dgm:cxn modelId="{C14145F9-9F59-6E45-A6C2-4560AAE6D045}" type="presOf" srcId="{5F048EC4-9ABF-4395-8D6B-79D18EC713E2}" destId="{5C0A4D0F-D644-4753-8A4B-B4BC1D273EC7}" srcOrd="0" destOrd="0" presId="urn:microsoft.com/office/officeart/2005/8/layout/pyramid2"/>
    <dgm:cxn modelId="{CD300362-4350-4B09-AE09-50D0EB751DB7}" srcId="{71C6D224-D09E-4DAA-8688-37A80FA77CC2}" destId="{5F048EC4-9ABF-4395-8D6B-79D18EC713E2}" srcOrd="0" destOrd="0" parTransId="{11247326-61F4-4BD4-953F-E87574414EED}" sibTransId="{B4CC2BF4-BF6D-47F3-B3E9-802FD996AC4B}"/>
    <dgm:cxn modelId="{E32BC310-6EDB-B147-91F0-A17DEE4012DF}" type="presParOf" srcId="{902B2E8C-D64D-4F9A-873B-7303A2FF0CFA}" destId="{82DE59EA-53DA-4AF3-AA38-DE908764EDCB}" srcOrd="0" destOrd="0" presId="urn:microsoft.com/office/officeart/2005/8/layout/pyramid2"/>
    <dgm:cxn modelId="{2B3B77B5-D08C-F64C-86E6-9C55883E3B1C}" type="presParOf" srcId="{902B2E8C-D64D-4F9A-873B-7303A2FF0CFA}" destId="{1DD338AE-A23F-40DF-861D-CE68BC174883}" srcOrd="1" destOrd="0" presId="urn:microsoft.com/office/officeart/2005/8/layout/pyramid2"/>
    <dgm:cxn modelId="{817407FE-6941-F649-A509-614CE706DC15}" type="presParOf" srcId="{1DD338AE-A23F-40DF-861D-CE68BC174883}" destId="{5C0A4D0F-D644-4753-8A4B-B4BC1D273EC7}" srcOrd="0" destOrd="0" presId="urn:microsoft.com/office/officeart/2005/8/layout/pyramid2"/>
    <dgm:cxn modelId="{CD181E0A-7D45-9948-AC23-2764983971D2}" type="presParOf" srcId="{1DD338AE-A23F-40DF-861D-CE68BC174883}" destId="{F6D1E2C3-B938-4166-AF8B-CD9B463675CD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5F048EC4-9ABF-4395-8D6B-79D18EC713E2}">
      <dgm:prSet phldrT="[Text]"/>
      <dgm:spPr>
        <a:solidFill>
          <a:schemeClr val="accent2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11247326-61F4-4BD4-953F-E87574414EED}" type="parTrans" cxnId="{CD300362-4350-4B09-AE09-50D0EB751DB7}">
      <dgm:prSet/>
      <dgm:spPr/>
      <dgm:t>
        <a:bodyPr/>
        <a:lstStyle/>
        <a:p>
          <a:endParaRPr lang="en-AU"/>
        </a:p>
      </dgm:t>
    </dgm:pt>
    <dgm:pt modelId="{B4CC2BF4-BF6D-47F3-B3E9-802FD996AC4B}" type="sibTrans" cxnId="{CD300362-4350-4B09-AE09-50D0EB751DB7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5C0A4D0F-D644-4753-8A4B-B4BC1D273EC7}" type="pres">
      <dgm:prSet presAssocID="{5F048EC4-9ABF-4395-8D6B-79D18EC713E2}" presName="aNode" presStyleLbl="fgAcc1" presStyleIdx="0" presStyleCnt="1" custScaleY="34398" custLinFactY="-13653" custLinFactNeighborX="198" custLinFactNeighborY="-100000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F6D1E2C3-B938-4166-AF8B-CD9B463675CD}" type="pres">
      <dgm:prSet presAssocID="{5F048EC4-9ABF-4395-8D6B-79D18EC713E2}" presName="aSpace" presStyleCnt="0"/>
      <dgm:spPr/>
    </dgm:pt>
  </dgm:ptLst>
  <dgm:cxnLst>
    <dgm:cxn modelId="{18ECD645-6686-DA4B-A82A-5182AA92E9A9}" type="presOf" srcId="{5F048EC4-9ABF-4395-8D6B-79D18EC713E2}" destId="{5C0A4D0F-D644-4753-8A4B-B4BC1D273EC7}" srcOrd="0" destOrd="0" presId="urn:microsoft.com/office/officeart/2005/8/layout/pyramid2"/>
    <dgm:cxn modelId="{818A8E62-F444-1148-9300-8FD86502C0AD}" type="presOf" srcId="{71C6D224-D09E-4DAA-8688-37A80FA77CC2}" destId="{902B2E8C-D64D-4F9A-873B-7303A2FF0CFA}" srcOrd="0" destOrd="0" presId="urn:microsoft.com/office/officeart/2005/8/layout/pyramid2"/>
    <dgm:cxn modelId="{CD300362-4350-4B09-AE09-50D0EB751DB7}" srcId="{71C6D224-D09E-4DAA-8688-37A80FA77CC2}" destId="{5F048EC4-9ABF-4395-8D6B-79D18EC713E2}" srcOrd="0" destOrd="0" parTransId="{11247326-61F4-4BD4-953F-E87574414EED}" sibTransId="{B4CC2BF4-BF6D-47F3-B3E9-802FD996AC4B}"/>
    <dgm:cxn modelId="{D6A34115-ABFF-9145-AE05-B82538AE730C}" type="presParOf" srcId="{902B2E8C-D64D-4F9A-873B-7303A2FF0CFA}" destId="{82DE59EA-53DA-4AF3-AA38-DE908764EDCB}" srcOrd="0" destOrd="0" presId="urn:microsoft.com/office/officeart/2005/8/layout/pyramid2"/>
    <dgm:cxn modelId="{FDFBAC83-FB5E-F043-935D-978CEFB3E03F}" type="presParOf" srcId="{902B2E8C-D64D-4F9A-873B-7303A2FF0CFA}" destId="{1DD338AE-A23F-40DF-861D-CE68BC174883}" srcOrd="1" destOrd="0" presId="urn:microsoft.com/office/officeart/2005/8/layout/pyramid2"/>
    <dgm:cxn modelId="{FAF6FF52-6358-BD4C-B00B-DA317F2841BA}" type="presParOf" srcId="{1DD338AE-A23F-40DF-861D-CE68BC174883}" destId="{5C0A4D0F-D644-4753-8A4B-B4BC1D273EC7}" srcOrd="0" destOrd="0" presId="urn:microsoft.com/office/officeart/2005/8/layout/pyramid2"/>
    <dgm:cxn modelId="{6D3495FD-B6F7-F448-B534-B889BD6E5AEC}" type="presParOf" srcId="{1DD338AE-A23F-40DF-861D-CE68BC174883}" destId="{F6D1E2C3-B938-4166-AF8B-CD9B463675CD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848D2970-F922-4D7F-BA2B-EF6C341322B0}">
      <dgm:prSet phldrT="[Text]"/>
      <dgm:spPr>
        <a:solidFill>
          <a:schemeClr val="accent4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</a:rPr>
            <a:t>State/Territory</a:t>
          </a:r>
          <a:endParaRPr lang="en-AU" dirty="0">
            <a:solidFill>
              <a:schemeClr val="bg1"/>
            </a:solidFill>
          </a:endParaRPr>
        </a:p>
      </dgm:t>
    </dgm:pt>
    <dgm:pt modelId="{E29591E3-055E-4263-B569-AF17520F567D}" type="parTrans" cxnId="{5D2ABE60-AAA2-449E-A36F-04BD8B08B2F6}">
      <dgm:prSet/>
      <dgm:spPr/>
      <dgm:t>
        <a:bodyPr/>
        <a:lstStyle/>
        <a:p>
          <a:endParaRPr lang="en-AU"/>
        </a:p>
      </dgm:t>
    </dgm:pt>
    <dgm:pt modelId="{71659012-747A-40D2-8B91-E85522C5FBB1}" type="sibTrans" cxnId="{5D2ABE60-AAA2-449E-A36F-04BD8B08B2F6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8744" custLinFactNeighborY="-632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D27E7769-FB84-47CF-8AC8-1945A376AFE6}" type="pres">
      <dgm:prSet presAssocID="{848D2970-F922-4D7F-BA2B-EF6C341322B0}" presName="aNode" presStyleLbl="fgAcc1" presStyleIdx="0" presStyleCnt="1" custScaleY="3333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6A0F7A-87D0-4781-ABA6-8672B5277E9F}" type="pres">
      <dgm:prSet presAssocID="{848D2970-F922-4D7F-BA2B-EF6C341322B0}" presName="aSpace" presStyleCnt="0"/>
      <dgm:spPr/>
    </dgm:pt>
  </dgm:ptLst>
  <dgm:cxnLst>
    <dgm:cxn modelId="{349DDE06-696A-4302-BD8D-CFAEAC993994}" type="presOf" srcId="{71C6D224-D09E-4DAA-8688-37A80FA77CC2}" destId="{902B2E8C-D64D-4F9A-873B-7303A2FF0CFA}" srcOrd="0" destOrd="0" presId="urn:microsoft.com/office/officeart/2005/8/layout/pyramid2"/>
    <dgm:cxn modelId="{58909916-A337-45EF-9986-23198C805AA6}" type="presOf" srcId="{848D2970-F922-4D7F-BA2B-EF6C341322B0}" destId="{D27E7769-FB84-47CF-8AC8-1945A376AFE6}" srcOrd="0" destOrd="0" presId="urn:microsoft.com/office/officeart/2005/8/layout/pyramid2"/>
    <dgm:cxn modelId="{5D2ABE60-AAA2-449E-A36F-04BD8B08B2F6}" srcId="{71C6D224-D09E-4DAA-8688-37A80FA77CC2}" destId="{848D2970-F922-4D7F-BA2B-EF6C341322B0}" srcOrd="0" destOrd="0" parTransId="{E29591E3-055E-4263-B569-AF17520F567D}" sibTransId="{71659012-747A-40D2-8B91-E85522C5FBB1}"/>
    <dgm:cxn modelId="{1A9D9C03-C9BA-4916-B76A-E265227465C3}" type="presParOf" srcId="{902B2E8C-D64D-4F9A-873B-7303A2FF0CFA}" destId="{82DE59EA-53DA-4AF3-AA38-DE908764EDCB}" srcOrd="0" destOrd="0" presId="urn:microsoft.com/office/officeart/2005/8/layout/pyramid2"/>
    <dgm:cxn modelId="{80080460-E7F9-4B8C-9A3C-6778C08481DA}" type="presParOf" srcId="{902B2E8C-D64D-4F9A-873B-7303A2FF0CFA}" destId="{1DD338AE-A23F-40DF-861D-CE68BC174883}" srcOrd="1" destOrd="0" presId="urn:microsoft.com/office/officeart/2005/8/layout/pyramid2"/>
    <dgm:cxn modelId="{D6628844-F542-49D1-9447-A0ACE692DBC5}" type="presParOf" srcId="{1DD338AE-A23F-40DF-861D-CE68BC174883}" destId="{D27E7769-FB84-47CF-8AC8-1945A376AFE6}" srcOrd="0" destOrd="0" presId="urn:microsoft.com/office/officeart/2005/8/layout/pyramid2"/>
    <dgm:cxn modelId="{5823AE67-2C07-43CF-877A-F5F8F72B9842}" type="presParOf" srcId="{1DD338AE-A23F-40DF-861D-CE68BC174883}" destId="{C66A0F7A-87D0-4781-ABA6-8672B5277E9F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848D2970-F922-4D7F-BA2B-EF6C341322B0}">
      <dgm:prSet phldrT="[Text]"/>
      <dgm:spPr>
        <a:solidFill>
          <a:schemeClr val="accent4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</a:rPr>
            <a:t>State/Territory</a:t>
          </a:r>
          <a:endParaRPr lang="en-AU" dirty="0">
            <a:solidFill>
              <a:schemeClr val="bg1"/>
            </a:solidFill>
          </a:endParaRPr>
        </a:p>
      </dgm:t>
    </dgm:pt>
    <dgm:pt modelId="{E29591E3-055E-4263-B569-AF17520F567D}" type="parTrans" cxnId="{5D2ABE60-AAA2-449E-A36F-04BD8B08B2F6}">
      <dgm:prSet/>
      <dgm:spPr/>
      <dgm:t>
        <a:bodyPr/>
        <a:lstStyle/>
        <a:p>
          <a:endParaRPr lang="en-AU"/>
        </a:p>
      </dgm:t>
    </dgm:pt>
    <dgm:pt modelId="{71659012-747A-40D2-8B91-E85522C5FBB1}" type="sibTrans" cxnId="{5D2ABE60-AAA2-449E-A36F-04BD8B08B2F6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8744" custLinFactNeighborY="-632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D27E7769-FB84-47CF-8AC8-1945A376AFE6}" type="pres">
      <dgm:prSet presAssocID="{848D2970-F922-4D7F-BA2B-EF6C341322B0}" presName="aNode" presStyleLbl="fgAcc1" presStyleIdx="0" presStyleCnt="1" custScaleY="3333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6A0F7A-87D0-4781-ABA6-8672B5277E9F}" type="pres">
      <dgm:prSet presAssocID="{848D2970-F922-4D7F-BA2B-EF6C341322B0}" presName="aSpace" presStyleCnt="0"/>
      <dgm:spPr/>
    </dgm:pt>
  </dgm:ptLst>
  <dgm:cxnLst>
    <dgm:cxn modelId="{BC637FE4-A8BB-234F-B344-859853827C16}" type="presOf" srcId="{71C6D224-D09E-4DAA-8688-37A80FA77CC2}" destId="{902B2E8C-D64D-4F9A-873B-7303A2FF0CFA}" srcOrd="0" destOrd="0" presId="urn:microsoft.com/office/officeart/2005/8/layout/pyramid2"/>
    <dgm:cxn modelId="{1A62B8EA-E93E-CA48-B081-940E54D4A1A2}" type="presOf" srcId="{848D2970-F922-4D7F-BA2B-EF6C341322B0}" destId="{D27E7769-FB84-47CF-8AC8-1945A376AFE6}" srcOrd="0" destOrd="0" presId="urn:microsoft.com/office/officeart/2005/8/layout/pyramid2"/>
    <dgm:cxn modelId="{5D2ABE60-AAA2-449E-A36F-04BD8B08B2F6}" srcId="{71C6D224-D09E-4DAA-8688-37A80FA77CC2}" destId="{848D2970-F922-4D7F-BA2B-EF6C341322B0}" srcOrd="0" destOrd="0" parTransId="{E29591E3-055E-4263-B569-AF17520F567D}" sibTransId="{71659012-747A-40D2-8B91-E85522C5FBB1}"/>
    <dgm:cxn modelId="{2FAE7963-D9CF-6A43-BF8A-A4A4CFA64FBA}" type="presParOf" srcId="{902B2E8C-D64D-4F9A-873B-7303A2FF0CFA}" destId="{82DE59EA-53DA-4AF3-AA38-DE908764EDCB}" srcOrd="0" destOrd="0" presId="urn:microsoft.com/office/officeart/2005/8/layout/pyramid2"/>
    <dgm:cxn modelId="{610C37C3-6DA2-6742-9E73-45DB43BB8287}" type="presParOf" srcId="{902B2E8C-D64D-4F9A-873B-7303A2FF0CFA}" destId="{1DD338AE-A23F-40DF-861D-CE68BC174883}" srcOrd="1" destOrd="0" presId="urn:microsoft.com/office/officeart/2005/8/layout/pyramid2"/>
    <dgm:cxn modelId="{54992787-BFAD-7244-8AFE-0ECD5AE0FB35}" type="presParOf" srcId="{1DD338AE-A23F-40DF-861D-CE68BC174883}" destId="{D27E7769-FB84-47CF-8AC8-1945A376AFE6}" srcOrd="0" destOrd="0" presId="urn:microsoft.com/office/officeart/2005/8/layout/pyramid2"/>
    <dgm:cxn modelId="{DB093F91-4A22-A14A-AB8C-3120DA4E44E1}" type="presParOf" srcId="{1DD338AE-A23F-40DF-861D-CE68BC174883}" destId="{C66A0F7A-87D0-4781-ABA6-8672B5277E9F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3B4AF72-1DF2-4B1D-9F36-6335FDCFBC6E}" type="doc">
      <dgm:prSet loTypeId="urn:diagrams.loki3.com/TabbedArc+Icon" loCatId="relationship" qsTypeId="urn:microsoft.com/office/officeart/2005/8/quickstyle/simple1" qsCatId="simple" csTypeId="urn:microsoft.com/office/officeart/2005/8/colors/accent0_3" csCatId="mainScheme" phldr="1"/>
      <dgm:spPr/>
    </dgm:pt>
    <dgm:pt modelId="{B477983E-A20A-4303-B44E-C2A82CC98E2F}">
      <dgm:prSet phldrT="[Text]"/>
      <dgm:spPr/>
      <dgm:t>
        <a:bodyPr/>
        <a:lstStyle/>
        <a:p>
          <a:r>
            <a:rPr lang="en-AU" dirty="0" smtClean="0"/>
            <a:t>representing their electorate</a:t>
          </a:r>
          <a:endParaRPr lang="en-AU" dirty="0"/>
        </a:p>
      </dgm:t>
    </dgm:pt>
    <dgm:pt modelId="{927F5840-0B10-4FF0-94F2-160425E05285}" type="parTrans" cxnId="{DD55565F-AB05-4E5A-A185-84C7D2FF96C1}">
      <dgm:prSet/>
      <dgm:spPr/>
      <dgm:t>
        <a:bodyPr/>
        <a:lstStyle/>
        <a:p>
          <a:endParaRPr lang="en-AU"/>
        </a:p>
      </dgm:t>
    </dgm:pt>
    <dgm:pt modelId="{52D18B63-5E21-4A63-B547-4AB0386F17B9}" type="sibTrans" cxnId="{DD55565F-AB05-4E5A-A185-84C7D2FF96C1}">
      <dgm:prSet/>
      <dgm:spPr/>
      <dgm:t>
        <a:bodyPr/>
        <a:lstStyle/>
        <a:p>
          <a:endParaRPr lang="en-AU"/>
        </a:p>
      </dgm:t>
    </dgm:pt>
    <dgm:pt modelId="{FA2DD6BA-4A6B-43AC-831B-7A232B55CE10}">
      <dgm:prSet phldrT="[Text]"/>
      <dgm:spPr/>
      <dgm:t>
        <a:bodyPr/>
        <a:lstStyle/>
        <a:p>
          <a:r>
            <a:rPr lang="en-AU" dirty="0" smtClean="0"/>
            <a:t>working in the parliament</a:t>
          </a:r>
          <a:endParaRPr lang="en-AU" dirty="0"/>
        </a:p>
      </dgm:t>
    </dgm:pt>
    <dgm:pt modelId="{09C2E8E4-8A4C-4641-B7C0-2093F726153E}" type="parTrans" cxnId="{E5A1F496-3B60-48D5-9382-92973950BD4E}">
      <dgm:prSet/>
      <dgm:spPr/>
      <dgm:t>
        <a:bodyPr/>
        <a:lstStyle/>
        <a:p>
          <a:endParaRPr lang="en-AU"/>
        </a:p>
      </dgm:t>
    </dgm:pt>
    <dgm:pt modelId="{805E02FA-D5E4-48FB-B1AE-1DA24FC4FEE0}" type="sibTrans" cxnId="{E5A1F496-3B60-48D5-9382-92973950BD4E}">
      <dgm:prSet/>
      <dgm:spPr/>
      <dgm:t>
        <a:bodyPr/>
        <a:lstStyle/>
        <a:p>
          <a:endParaRPr lang="en-AU"/>
        </a:p>
      </dgm:t>
    </dgm:pt>
    <dgm:pt modelId="{AC4CF8EB-C25B-44E8-B47A-FAC6C918AE23}">
      <dgm:prSet phldrT="[Text]"/>
      <dgm:spPr/>
      <dgm:t>
        <a:bodyPr/>
        <a:lstStyle/>
        <a:p>
          <a:r>
            <a:rPr lang="en-AU" dirty="0" smtClean="0"/>
            <a:t>representing their political party or acting as an independent</a:t>
          </a:r>
          <a:endParaRPr lang="en-AU" dirty="0"/>
        </a:p>
      </dgm:t>
    </dgm:pt>
    <dgm:pt modelId="{F3F1D209-5B05-43B8-9CB5-D2ECAA9F084B}" type="parTrans" cxnId="{45C1F766-8F3E-456E-935C-CA64F7E9A063}">
      <dgm:prSet/>
      <dgm:spPr/>
      <dgm:t>
        <a:bodyPr/>
        <a:lstStyle/>
        <a:p>
          <a:endParaRPr lang="en-AU"/>
        </a:p>
      </dgm:t>
    </dgm:pt>
    <dgm:pt modelId="{40222593-A089-40F4-8056-D49F10A48836}" type="sibTrans" cxnId="{45C1F766-8F3E-456E-935C-CA64F7E9A063}">
      <dgm:prSet/>
      <dgm:spPr/>
      <dgm:t>
        <a:bodyPr/>
        <a:lstStyle/>
        <a:p>
          <a:endParaRPr lang="en-AU"/>
        </a:p>
      </dgm:t>
    </dgm:pt>
    <dgm:pt modelId="{CFDEA0D5-016D-4451-B786-6C9309C8475D}" type="pres">
      <dgm:prSet presAssocID="{13B4AF72-1DF2-4B1D-9F36-6335FDCFBC6E}" presName="Name0" presStyleCnt="0">
        <dgm:presLayoutVars>
          <dgm:dir/>
          <dgm:resizeHandles val="exact"/>
        </dgm:presLayoutVars>
      </dgm:prSet>
      <dgm:spPr/>
    </dgm:pt>
    <dgm:pt modelId="{C021675F-EDCF-4F1B-AF3D-37FA116EBE2B}" type="pres">
      <dgm:prSet presAssocID="{B477983E-A20A-4303-B44E-C2A82CC98E2F}" presName="twoplus" presStyleLbl="node1" presStyleIdx="0" presStyleCnt="3" custAng="2400000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9A72433E-A11C-4162-BF41-071EB5BB6D47}" type="pres">
      <dgm:prSet presAssocID="{FA2DD6BA-4A6B-43AC-831B-7A232B55CE10}" presName="twoplus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CAE15BE-CBCF-4669-B8EF-231D9401836B}" type="pres">
      <dgm:prSet presAssocID="{AC4CF8EB-C25B-44E8-B47A-FAC6C918AE23}" presName="twoplus" presStyleLbl="node1" presStyleIdx="2" presStyleCnt="3" custAng="19200000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</dgm:ptLst>
  <dgm:cxnLst>
    <dgm:cxn modelId="{A9EF6465-ABBF-4034-8A04-596D4E84D3C0}" type="presOf" srcId="{AC4CF8EB-C25B-44E8-B47A-FAC6C918AE23}" destId="{3CAE15BE-CBCF-4669-B8EF-231D9401836B}" srcOrd="0" destOrd="0" presId="urn:diagrams.loki3.com/TabbedArc+Icon"/>
    <dgm:cxn modelId="{8A565135-3CF4-40F1-9F38-64277E3AE1CB}" type="presOf" srcId="{13B4AF72-1DF2-4B1D-9F36-6335FDCFBC6E}" destId="{CFDEA0D5-016D-4451-B786-6C9309C8475D}" srcOrd="0" destOrd="0" presId="urn:diagrams.loki3.com/TabbedArc+Icon"/>
    <dgm:cxn modelId="{4355648D-6390-425C-8CE5-FC33EF85D7DA}" type="presOf" srcId="{B477983E-A20A-4303-B44E-C2A82CC98E2F}" destId="{C021675F-EDCF-4F1B-AF3D-37FA116EBE2B}" srcOrd="0" destOrd="0" presId="urn:diagrams.loki3.com/TabbedArc+Icon"/>
    <dgm:cxn modelId="{67290976-894E-432B-910E-A51CF7245732}" type="presOf" srcId="{FA2DD6BA-4A6B-43AC-831B-7A232B55CE10}" destId="{9A72433E-A11C-4162-BF41-071EB5BB6D47}" srcOrd="0" destOrd="0" presId="urn:diagrams.loki3.com/TabbedArc+Icon"/>
    <dgm:cxn modelId="{E5A1F496-3B60-48D5-9382-92973950BD4E}" srcId="{13B4AF72-1DF2-4B1D-9F36-6335FDCFBC6E}" destId="{FA2DD6BA-4A6B-43AC-831B-7A232B55CE10}" srcOrd="1" destOrd="0" parTransId="{09C2E8E4-8A4C-4641-B7C0-2093F726153E}" sibTransId="{805E02FA-D5E4-48FB-B1AE-1DA24FC4FEE0}"/>
    <dgm:cxn modelId="{DD55565F-AB05-4E5A-A185-84C7D2FF96C1}" srcId="{13B4AF72-1DF2-4B1D-9F36-6335FDCFBC6E}" destId="{B477983E-A20A-4303-B44E-C2A82CC98E2F}" srcOrd="0" destOrd="0" parTransId="{927F5840-0B10-4FF0-94F2-160425E05285}" sibTransId="{52D18B63-5E21-4A63-B547-4AB0386F17B9}"/>
    <dgm:cxn modelId="{45C1F766-8F3E-456E-935C-CA64F7E9A063}" srcId="{13B4AF72-1DF2-4B1D-9F36-6335FDCFBC6E}" destId="{AC4CF8EB-C25B-44E8-B47A-FAC6C918AE23}" srcOrd="2" destOrd="0" parTransId="{F3F1D209-5B05-43B8-9CB5-D2ECAA9F084B}" sibTransId="{40222593-A089-40F4-8056-D49F10A48836}"/>
    <dgm:cxn modelId="{5B2E5B4C-C844-44F3-A188-19249805B286}" type="presParOf" srcId="{CFDEA0D5-016D-4451-B786-6C9309C8475D}" destId="{C021675F-EDCF-4F1B-AF3D-37FA116EBE2B}" srcOrd="0" destOrd="0" presId="urn:diagrams.loki3.com/TabbedArc+Icon"/>
    <dgm:cxn modelId="{42608F52-8E7C-440D-96BF-E290EDA84B97}" type="presParOf" srcId="{CFDEA0D5-016D-4451-B786-6C9309C8475D}" destId="{9A72433E-A11C-4162-BF41-071EB5BB6D47}" srcOrd="1" destOrd="0" presId="urn:diagrams.loki3.com/TabbedArc+Icon"/>
    <dgm:cxn modelId="{64340B78-25F3-49FE-A40C-7F54B8F70C53}" type="presParOf" srcId="{CFDEA0D5-016D-4451-B786-6C9309C8475D}" destId="{3CAE15BE-CBCF-4669-B8EF-231D9401836B}" srcOrd="2" destOrd="0" presId="urn:diagrams.loki3.com/TabbedArc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</dgm:pt>
    <dgm:pt modelId="{848D2970-F922-4D7F-BA2B-EF6C341322B0}">
      <dgm:prSet phldrT="[Text]"/>
      <dgm:spPr>
        <a:solidFill>
          <a:schemeClr val="accent4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</a:rPr>
            <a:t>State/Territory</a:t>
          </a:r>
          <a:endParaRPr lang="en-AU" dirty="0">
            <a:solidFill>
              <a:schemeClr val="bg1"/>
            </a:solidFill>
          </a:endParaRPr>
        </a:p>
      </dgm:t>
    </dgm:pt>
    <dgm:pt modelId="{E29591E3-055E-4263-B569-AF17520F567D}" type="parTrans" cxnId="{5D2ABE60-AAA2-449E-A36F-04BD8B08B2F6}">
      <dgm:prSet/>
      <dgm:spPr/>
      <dgm:t>
        <a:bodyPr/>
        <a:lstStyle/>
        <a:p>
          <a:endParaRPr lang="en-AU"/>
        </a:p>
      </dgm:t>
    </dgm:pt>
    <dgm:pt modelId="{71659012-747A-40D2-8B91-E85522C5FBB1}" type="sibTrans" cxnId="{5D2ABE60-AAA2-449E-A36F-04BD8B08B2F6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</dgm:pt>
    <dgm:pt modelId="{82DE59EA-53DA-4AF3-AA38-DE908764EDCB}" type="pres">
      <dgm:prSet presAssocID="{71C6D224-D09E-4DAA-8688-37A80FA77CC2}" presName="pyramid" presStyleLbl="node1" presStyleIdx="0" presStyleCnt="1" custScaleY="98736" custLinFactNeighborX="8744" custLinFactNeighborY="-632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D27E7769-FB84-47CF-8AC8-1945A376AFE6}" type="pres">
      <dgm:prSet presAssocID="{848D2970-F922-4D7F-BA2B-EF6C341322B0}" presName="aNode" presStyleLbl="fgAcc1" presStyleIdx="0" presStyleCnt="1" custScaleY="33333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C66A0F7A-87D0-4781-ABA6-8672B5277E9F}" type="pres">
      <dgm:prSet presAssocID="{848D2970-F922-4D7F-BA2B-EF6C341322B0}" presName="aSpace" presStyleCnt="0"/>
      <dgm:spPr/>
    </dgm:pt>
  </dgm:ptLst>
  <dgm:cxnLst>
    <dgm:cxn modelId="{D8572970-FBED-C04C-8BC7-2C9505C46158}" type="presOf" srcId="{71C6D224-D09E-4DAA-8688-37A80FA77CC2}" destId="{902B2E8C-D64D-4F9A-873B-7303A2FF0CFA}" srcOrd="0" destOrd="0" presId="urn:microsoft.com/office/officeart/2005/8/layout/pyramid2"/>
    <dgm:cxn modelId="{5D2ABE60-AAA2-449E-A36F-04BD8B08B2F6}" srcId="{71C6D224-D09E-4DAA-8688-37A80FA77CC2}" destId="{848D2970-F922-4D7F-BA2B-EF6C341322B0}" srcOrd="0" destOrd="0" parTransId="{E29591E3-055E-4263-B569-AF17520F567D}" sibTransId="{71659012-747A-40D2-8B91-E85522C5FBB1}"/>
    <dgm:cxn modelId="{26893877-9955-224D-AC4E-EB9B616FEECD}" type="presOf" srcId="{848D2970-F922-4D7F-BA2B-EF6C341322B0}" destId="{D27E7769-FB84-47CF-8AC8-1945A376AFE6}" srcOrd="0" destOrd="0" presId="urn:microsoft.com/office/officeart/2005/8/layout/pyramid2"/>
    <dgm:cxn modelId="{FE9F5332-6432-D047-9A9D-21F0DF8740D8}" type="presParOf" srcId="{902B2E8C-D64D-4F9A-873B-7303A2FF0CFA}" destId="{82DE59EA-53DA-4AF3-AA38-DE908764EDCB}" srcOrd="0" destOrd="0" presId="urn:microsoft.com/office/officeart/2005/8/layout/pyramid2"/>
    <dgm:cxn modelId="{416DA4D2-ABD3-AB42-9270-0CCAA8003165}" type="presParOf" srcId="{902B2E8C-D64D-4F9A-873B-7303A2FF0CFA}" destId="{1DD338AE-A23F-40DF-861D-CE68BC174883}" srcOrd="1" destOrd="0" presId="urn:microsoft.com/office/officeart/2005/8/layout/pyramid2"/>
    <dgm:cxn modelId="{EB518201-9C9E-3645-8650-8D406D51D178}" type="presParOf" srcId="{1DD338AE-A23F-40DF-861D-CE68BC174883}" destId="{D27E7769-FB84-47CF-8AC8-1945A376AFE6}" srcOrd="0" destOrd="0" presId="urn:microsoft.com/office/officeart/2005/8/layout/pyramid2"/>
    <dgm:cxn modelId="{6A90EC0B-4D26-0B48-A45D-AD87E97FF873}" type="presParOf" srcId="{1DD338AE-A23F-40DF-861D-CE68BC174883}" destId="{C66A0F7A-87D0-4781-ABA6-8672B5277E9F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1C6D224-D09E-4DAA-8688-37A80FA77CC2}" type="doc">
      <dgm:prSet loTypeId="urn:microsoft.com/office/officeart/2005/8/layout/pyramid2" loCatId="pyramid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AU"/>
        </a:p>
      </dgm:t>
    </dgm:pt>
    <dgm:pt modelId="{180AA581-87C7-4580-AFBC-4C77D7A2ED53}">
      <dgm:prSet phldrT="[Text]"/>
      <dgm:spPr>
        <a:solidFill>
          <a:schemeClr val="accent3">
            <a:lumMod val="75000"/>
            <a:alpha val="90000"/>
          </a:schemeClr>
        </a:solidFill>
        <a:ln>
          <a:noFill/>
        </a:ln>
      </dgm:spPr>
      <dgm:t>
        <a:bodyPr/>
        <a:lstStyle/>
        <a:p>
          <a:r>
            <a:rPr lang="en-AU" dirty="0" smtClean="0">
              <a:solidFill>
                <a:schemeClr val="bg1"/>
              </a:solidFill>
              <a:latin typeface="Arial"/>
              <a:cs typeface="Arial"/>
            </a:rPr>
            <a:t>Local</a:t>
          </a:r>
          <a:endParaRPr lang="en-AU" dirty="0">
            <a:solidFill>
              <a:schemeClr val="bg1"/>
            </a:solidFill>
            <a:latin typeface="Arial"/>
            <a:cs typeface="Arial"/>
          </a:endParaRPr>
        </a:p>
      </dgm:t>
    </dgm:pt>
    <dgm:pt modelId="{052AF91E-815B-4994-9FCC-1A003D2BB9E5}" type="sibTrans" cxnId="{C5AD2483-B245-4192-84D8-F2C54261E703}">
      <dgm:prSet/>
      <dgm:spPr/>
      <dgm:t>
        <a:bodyPr/>
        <a:lstStyle/>
        <a:p>
          <a:endParaRPr lang="en-AU"/>
        </a:p>
      </dgm:t>
    </dgm:pt>
    <dgm:pt modelId="{3CBE24C6-7297-47B3-B1D8-E908FCD935A2}" type="parTrans" cxnId="{C5AD2483-B245-4192-84D8-F2C54261E703}">
      <dgm:prSet/>
      <dgm:spPr/>
      <dgm:t>
        <a:bodyPr/>
        <a:lstStyle/>
        <a:p>
          <a:endParaRPr lang="en-AU"/>
        </a:p>
      </dgm:t>
    </dgm:pt>
    <dgm:pt modelId="{902B2E8C-D64D-4F9A-873B-7303A2FF0CFA}" type="pres">
      <dgm:prSet presAssocID="{71C6D224-D09E-4DAA-8688-37A80FA77CC2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AU"/>
        </a:p>
      </dgm:t>
    </dgm:pt>
    <dgm:pt modelId="{82DE59EA-53DA-4AF3-AA38-DE908764EDCB}" type="pres">
      <dgm:prSet presAssocID="{71C6D224-D09E-4DAA-8688-37A80FA77CC2}" presName="pyramid" presStyleLbl="node1" presStyleIdx="0" presStyleCnt="1" custScaleY="98736" custLinFactNeighborX="-1367" custLinFactNeighborY="-2550"/>
      <dgm:spPr>
        <a:ln>
          <a:solidFill>
            <a:schemeClr val="tx1">
              <a:lumMod val="50000"/>
              <a:lumOff val="50000"/>
            </a:schemeClr>
          </a:solidFill>
        </a:ln>
      </dgm:spPr>
      <dgm:t>
        <a:bodyPr/>
        <a:lstStyle/>
        <a:p>
          <a:endParaRPr lang="en-AU"/>
        </a:p>
      </dgm:t>
    </dgm:pt>
    <dgm:pt modelId="{1DD338AE-A23F-40DF-861D-CE68BC174883}" type="pres">
      <dgm:prSet presAssocID="{71C6D224-D09E-4DAA-8688-37A80FA77CC2}" presName="theList" presStyleCnt="0"/>
      <dgm:spPr/>
    </dgm:pt>
    <dgm:pt modelId="{1A536FB5-3A6E-43B2-9FF3-BA4C82A76749}" type="pres">
      <dgm:prSet presAssocID="{180AA581-87C7-4580-AFBC-4C77D7A2ED53}" presName="aNode" presStyleLbl="fgAcc1" presStyleIdx="0" presStyleCnt="1" custScaleX="77796" custScaleY="23420" custLinFactY="25305" custLinFactNeighborX="9723" custLinFactNeighborY="100000">
        <dgm:presLayoutVars>
          <dgm:bulletEnabled val="1"/>
        </dgm:presLayoutVars>
      </dgm:prSet>
      <dgm:spPr/>
      <dgm:t>
        <a:bodyPr/>
        <a:lstStyle/>
        <a:p>
          <a:endParaRPr lang="en-AU"/>
        </a:p>
      </dgm:t>
    </dgm:pt>
    <dgm:pt modelId="{3B57ADB0-6857-469D-BD72-13358C4E1EB8}" type="pres">
      <dgm:prSet presAssocID="{180AA581-87C7-4580-AFBC-4C77D7A2ED53}" presName="aSpace" presStyleCnt="0"/>
      <dgm:spPr/>
    </dgm:pt>
  </dgm:ptLst>
  <dgm:cxnLst>
    <dgm:cxn modelId="{05169D4F-586D-4AD5-AA5D-1F80D8DC7C34}" type="presOf" srcId="{71C6D224-D09E-4DAA-8688-37A80FA77CC2}" destId="{902B2E8C-D64D-4F9A-873B-7303A2FF0CFA}" srcOrd="0" destOrd="0" presId="urn:microsoft.com/office/officeart/2005/8/layout/pyramid2"/>
    <dgm:cxn modelId="{A687D70E-64D9-42D4-84C9-F60B5192C8DA}" type="presOf" srcId="{180AA581-87C7-4580-AFBC-4C77D7A2ED53}" destId="{1A536FB5-3A6E-43B2-9FF3-BA4C82A76749}" srcOrd="0" destOrd="0" presId="urn:microsoft.com/office/officeart/2005/8/layout/pyramid2"/>
    <dgm:cxn modelId="{C5AD2483-B245-4192-84D8-F2C54261E703}" srcId="{71C6D224-D09E-4DAA-8688-37A80FA77CC2}" destId="{180AA581-87C7-4580-AFBC-4C77D7A2ED53}" srcOrd="0" destOrd="0" parTransId="{3CBE24C6-7297-47B3-B1D8-E908FCD935A2}" sibTransId="{052AF91E-815B-4994-9FCC-1A003D2BB9E5}"/>
    <dgm:cxn modelId="{3A311C73-2A85-4BB7-AC93-A5A5A477AEE5}" type="presParOf" srcId="{902B2E8C-D64D-4F9A-873B-7303A2FF0CFA}" destId="{82DE59EA-53DA-4AF3-AA38-DE908764EDCB}" srcOrd="0" destOrd="0" presId="urn:microsoft.com/office/officeart/2005/8/layout/pyramid2"/>
    <dgm:cxn modelId="{1140E527-BFCB-406F-B7D4-9CEBAC2F8FA6}" type="presParOf" srcId="{902B2E8C-D64D-4F9A-873B-7303A2FF0CFA}" destId="{1DD338AE-A23F-40DF-861D-CE68BC174883}" srcOrd="1" destOrd="0" presId="urn:microsoft.com/office/officeart/2005/8/layout/pyramid2"/>
    <dgm:cxn modelId="{463CC4A2-D397-45D9-A38D-FF5B264A032E}" type="presParOf" srcId="{1DD338AE-A23F-40DF-861D-CE68BC174883}" destId="{1A536FB5-3A6E-43B2-9FF3-BA4C82A76749}" srcOrd="0" destOrd="0" presId="urn:microsoft.com/office/officeart/2005/8/layout/pyramid2"/>
    <dgm:cxn modelId="{77E9E2B1-7940-44DE-B465-73D0CB87C0AC}" type="presParOf" srcId="{1DD338AE-A23F-40DF-861D-CE68BC174883}" destId="{3B57ADB0-6857-469D-BD72-13358C4E1EB8}" srcOrd="1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1317588" y="0"/>
          <a:ext cx="3633267" cy="3587342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41275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4D0F-D644-4753-8A4B-B4BC1D273EC7}">
      <dsp:nvSpPr>
        <dsp:cNvPr id="0" name=""/>
        <dsp:cNvSpPr/>
      </dsp:nvSpPr>
      <dsp:spPr>
        <a:xfrm>
          <a:off x="3183888" y="365278"/>
          <a:ext cx="2361623" cy="860062"/>
        </a:xfrm>
        <a:prstGeom prst="round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700" kern="1200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sz="37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3225873" y="407263"/>
        <a:ext cx="2277653" cy="776092"/>
      </dsp:txXfrm>
    </dsp:sp>
    <dsp:sp modelId="{D27E7769-FB84-47CF-8AC8-1945A376AFE6}">
      <dsp:nvSpPr>
        <dsp:cNvPr id="0" name=""/>
        <dsp:cNvSpPr/>
      </dsp:nvSpPr>
      <dsp:spPr>
        <a:xfrm>
          <a:off x="3183888" y="1332848"/>
          <a:ext cx="2361623" cy="860062"/>
        </a:xfrm>
        <a:prstGeom prst="roundRect">
          <a:avLst/>
        </a:prstGeom>
        <a:solidFill>
          <a:schemeClr val="accent4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700" kern="1200" dirty="0" smtClean="0">
              <a:solidFill>
                <a:schemeClr val="bg1"/>
              </a:solidFill>
              <a:latin typeface="Arial"/>
              <a:cs typeface="Arial"/>
            </a:rPr>
            <a:t>State</a:t>
          </a:r>
          <a:endParaRPr lang="en-AU" sz="37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3225873" y="1374833"/>
        <a:ext cx="2277653" cy="776092"/>
      </dsp:txXfrm>
    </dsp:sp>
    <dsp:sp modelId="{1A536FB5-3A6E-43B2-9FF3-BA4C82A76749}">
      <dsp:nvSpPr>
        <dsp:cNvPr id="0" name=""/>
        <dsp:cNvSpPr/>
      </dsp:nvSpPr>
      <dsp:spPr>
        <a:xfrm>
          <a:off x="3183888" y="2300418"/>
          <a:ext cx="2361623" cy="860062"/>
        </a:xfrm>
        <a:prstGeom prst="roundRect">
          <a:avLst/>
        </a:prstGeom>
        <a:solidFill>
          <a:schemeClr val="accent3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3700" kern="1200" dirty="0" smtClean="0">
              <a:solidFill>
                <a:schemeClr val="bg1"/>
              </a:solidFill>
              <a:latin typeface="Arial"/>
              <a:cs typeface="Arial"/>
            </a:rPr>
            <a:t>Local</a:t>
          </a:r>
          <a:endParaRPr lang="en-AU" sz="37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3225873" y="2342403"/>
        <a:ext cx="2277653" cy="7760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228068" y="0"/>
          <a:ext cx="896963" cy="885625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4D0F-D644-4753-8A4B-B4BC1D273EC7}">
      <dsp:nvSpPr>
        <dsp:cNvPr id="0" name=""/>
        <dsp:cNvSpPr/>
      </dsp:nvSpPr>
      <dsp:spPr>
        <a:xfrm>
          <a:off x="689966" y="92552"/>
          <a:ext cx="583025" cy="246829"/>
        </a:xfrm>
        <a:prstGeom prst="round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000" kern="1200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sz="10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702015" y="104601"/>
        <a:ext cx="558927" cy="2227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228068" y="0"/>
          <a:ext cx="896963" cy="885625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4D0F-D644-4753-8A4B-B4BC1D273EC7}">
      <dsp:nvSpPr>
        <dsp:cNvPr id="0" name=""/>
        <dsp:cNvSpPr/>
      </dsp:nvSpPr>
      <dsp:spPr>
        <a:xfrm>
          <a:off x="689966" y="92552"/>
          <a:ext cx="583025" cy="246829"/>
        </a:xfrm>
        <a:prstGeom prst="round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000" kern="1200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sz="10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702015" y="104601"/>
        <a:ext cx="558927" cy="22273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228068" y="0"/>
          <a:ext cx="896963" cy="885625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4D0F-D644-4753-8A4B-B4BC1D273EC7}">
      <dsp:nvSpPr>
        <dsp:cNvPr id="0" name=""/>
        <dsp:cNvSpPr/>
      </dsp:nvSpPr>
      <dsp:spPr>
        <a:xfrm>
          <a:off x="689966" y="92552"/>
          <a:ext cx="583025" cy="246829"/>
        </a:xfrm>
        <a:prstGeom prst="round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000" kern="1200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sz="10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702015" y="104601"/>
        <a:ext cx="558927" cy="22273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228068" y="0"/>
          <a:ext cx="896963" cy="885625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0A4D0F-D644-4753-8A4B-B4BC1D273EC7}">
      <dsp:nvSpPr>
        <dsp:cNvPr id="0" name=""/>
        <dsp:cNvSpPr/>
      </dsp:nvSpPr>
      <dsp:spPr>
        <a:xfrm>
          <a:off x="689966" y="92552"/>
          <a:ext cx="583025" cy="246829"/>
        </a:xfrm>
        <a:prstGeom prst="roundRect">
          <a:avLst/>
        </a:prstGeom>
        <a:solidFill>
          <a:schemeClr val="accent2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1000" kern="1200" dirty="0" smtClean="0">
              <a:solidFill>
                <a:schemeClr val="bg1"/>
              </a:solidFill>
              <a:latin typeface="Arial"/>
              <a:cs typeface="Arial"/>
            </a:rPr>
            <a:t>Federal</a:t>
          </a:r>
          <a:endParaRPr lang="en-AU" sz="10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702015" y="104601"/>
        <a:ext cx="558927" cy="22273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320422" y="0"/>
          <a:ext cx="893554" cy="882259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E7769-FB84-47CF-8AC8-1945A376AFE6}">
      <dsp:nvSpPr>
        <dsp:cNvPr id="0" name=""/>
        <dsp:cNvSpPr/>
      </dsp:nvSpPr>
      <dsp:spPr>
        <a:xfrm>
          <a:off x="689067" y="282959"/>
          <a:ext cx="580810" cy="238278"/>
        </a:xfrm>
        <a:prstGeom prst="roundRect">
          <a:avLst/>
        </a:prstGeom>
        <a:solidFill>
          <a:schemeClr val="accent4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00" kern="1200" dirty="0" smtClean="0">
              <a:solidFill>
                <a:schemeClr val="bg1"/>
              </a:solidFill>
            </a:rPr>
            <a:t>State/Territory</a:t>
          </a:r>
          <a:endParaRPr lang="en-AU" sz="600" kern="1200" dirty="0">
            <a:solidFill>
              <a:schemeClr val="bg1"/>
            </a:solidFill>
          </a:endParaRPr>
        </a:p>
      </dsp:txBody>
      <dsp:txXfrm>
        <a:off x="700699" y="294591"/>
        <a:ext cx="557546" cy="2150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320422" y="0"/>
          <a:ext cx="893554" cy="882259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E7769-FB84-47CF-8AC8-1945A376AFE6}">
      <dsp:nvSpPr>
        <dsp:cNvPr id="0" name=""/>
        <dsp:cNvSpPr/>
      </dsp:nvSpPr>
      <dsp:spPr>
        <a:xfrm>
          <a:off x="689067" y="282959"/>
          <a:ext cx="580810" cy="238278"/>
        </a:xfrm>
        <a:prstGeom prst="roundRect">
          <a:avLst/>
        </a:prstGeom>
        <a:solidFill>
          <a:schemeClr val="accent4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00" kern="1200" dirty="0" smtClean="0">
              <a:solidFill>
                <a:schemeClr val="bg1"/>
              </a:solidFill>
            </a:rPr>
            <a:t>State/Territory</a:t>
          </a:r>
          <a:endParaRPr lang="en-AU" sz="600" kern="1200" dirty="0">
            <a:solidFill>
              <a:schemeClr val="bg1"/>
            </a:solidFill>
          </a:endParaRPr>
        </a:p>
      </dsp:txBody>
      <dsp:txXfrm>
        <a:off x="700699" y="294591"/>
        <a:ext cx="557546" cy="21501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21675F-EDCF-4F1B-AF3D-37FA116EBE2B}">
      <dsp:nvSpPr>
        <dsp:cNvPr id="0" name=""/>
        <dsp:cNvSpPr/>
      </dsp:nvSpPr>
      <dsp:spPr>
        <a:xfrm>
          <a:off x="2716" y="1742650"/>
          <a:ext cx="2204541" cy="1432952"/>
        </a:xfrm>
        <a:prstGeom prst="round2Same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8001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kern="1200" dirty="0" smtClean="0"/>
            <a:t>representing their electorate</a:t>
          </a:r>
          <a:endParaRPr lang="en-AU" sz="2100" kern="1200" dirty="0"/>
        </a:p>
      </dsp:txBody>
      <dsp:txXfrm>
        <a:off x="72667" y="1812601"/>
        <a:ext cx="2064639" cy="1363001"/>
      </dsp:txXfrm>
    </dsp:sp>
    <dsp:sp modelId="{9A72433E-A11C-4162-BF41-071EB5BB6D47}">
      <dsp:nvSpPr>
        <dsp:cNvPr id="0" name=""/>
        <dsp:cNvSpPr/>
      </dsp:nvSpPr>
      <dsp:spPr>
        <a:xfrm>
          <a:off x="2498129" y="834394"/>
          <a:ext cx="2204541" cy="1432952"/>
        </a:xfrm>
        <a:prstGeom prst="round2Same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8001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kern="1200" dirty="0" smtClean="0"/>
            <a:t>working in the parliament</a:t>
          </a:r>
          <a:endParaRPr lang="en-AU" sz="2100" kern="1200" dirty="0"/>
        </a:p>
      </dsp:txBody>
      <dsp:txXfrm>
        <a:off x="2568080" y="904345"/>
        <a:ext cx="2064639" cy="1363001"/>
      </dsp:txXfrm>
    </dsp:sp>
    <dsp:sp modelId="{3CAE15BE-CBCF-4669-B8EF-231D9401836B}">
      <dsp:nvSpPr>
        <dsp:cNvPr id="0" name=""/>
        <dsp:cNvSpPr/>
      </dsp:nvSpPr>
      <dsp:spPr>
        <a:xfrm>
          <a:off x="4993541" y="1742650"/>
          <a:ext cx="2204541" cy="1432952"/>
        </a:xfrm>
        <a:prstGeom prst="round2Same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26670" rIns="80010" bIns="2667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100" kern="1200" dirty="0" smtClean="0"/>
            <a:t>representing their political party or acting as an independent</a:t>
          </a:r>
          <a:endParaRPr lang="en-AU" sz="2100" kern="1200" dirty="0"/>
        </a:p>
      </dsp:txBody>
      <dsp:txXfrm>
        <a:off x="5063492" y="1812601"/>
        <a:ext cx="2064639" cy="136300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320422" y="0"/>
          <a:ext cx="893554" cy="882259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E7769-FB84-47CF-8AC8-1945A376AFE6}">
      <dsp:nvSpPr>
        <dsp:cNvPr id="0" name=""/>
        <dsp:cNvSpPr/>
      </dsp:nvSpPr>
      <dsp:spPr>
        <a:xfrm>
          <a:off x="689067" y="282959"/>
          <a:ext cx="580810" cy="238278"/>
        </a:xfrm>
        <a:prstGeom prst="roundRect">
          <a:avLst/>
        </a:prstGeom>
        <a:solidFill>
          <a:schemeClr val="accent4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600" kern="1200" dirty="0" smtClean="0">
              <a:solidFill>
                <a:schemeClr val="bg1"/>
              </a:solidFill>
            </a:rPr>
            <a:t>State/Territory</a:t>
          </a:r>
          <a:endParaRPr lang="en-AU" sz="600" kern="1200" dirty="0">
            <a:solidFill>
              <a:schemeClr val="bg1"/>
            </a:solidFill>
          </a:endParaRPr>
        </a:p>
      </dsp:txBody>
      <dsp:txXfrm>
        <a:off x="700699" y="294591"/>
        <a:ext cx="557546" cy="2150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DE59EA-53DA-4AF3-AA38-DE908764EDCB}">
      <dsp:nvSpPr>
        <dsp:cNvPr id="0" name=""/>
        <dsp:cNvSpPr/>
      </dsp:nvSpPr>
      <dsp:spPr>
        <a:xfrm>
          <a:off x="373700" y="0"/>
          <a:ext cx="943248" cy="931325"/>
        </a:xfrm>
        <a:prstGeom prst="triangl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tx1">
              <a:lumMod val="50000"/>
              <a:lumOff val="5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36FB5-3A6E-43B2-9FF3-BA4C82A76749}">
      <dsp:nvSpPr>
        <dsp:cNvPr id="0" name=""/>
        <dsp:cNvSpPr/>
      </dsp:nvSpPr>
      <dsp:spPr>
        <a:xfrm>
          <a:off x="985898" y="621374"/>
          <a:ext cx="476975" cy="176726"/>
        </a:xfrm>
        <a:prstGeom prst="roundRect">
          <a:avLst/>
        </a:prstGeom>
        <a:solidFill>
          <a:schemeClr val="accent3">
            <a:lumMod val="75000"/>
            <a:alpha val="9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700" kern="1200" dirty="0" smtClean="0">
              <a:solidFill>
                <a:schemeClr val="bg1"/>
              </a:solidFill>
              <a:latin typeface="Arial"/>
              <a:cs typeface="Arial"/>
            </a:rPr>
            <a:t>Local</a:t>
          </a:r>
          <a:endParaRPr lang="en-AU" sz="700" kern="1200" dirty="0">
            <a:solidFill>
              <a:schemeClr val="bg1"/>
            </a:solidFill>
            <a:latin typeface="Arial"/>
            <a:cs typeface="Arial"/>
          </a:endParaRPr>
        </a:p>
      </dsp:txBody>
      <dsp:txXfrm>
        <a:off x="994525" y="630001"/>
        <a:ext cx="459721" cy="159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diagrams.loki3.com/TabbedArc+Icon">
  <dgm:title val="Tabbed Arc"/>
  <dgm:desc val="Use to show a set of related items arcing over a common area.  Best with small amounts of text."/>
  <dgm:catLst>
    <dgm:cat type="relationship" pri="20500"/>
    <dgm:cat type="officeonline" pri="4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1">
        <dgm:alg type="cycle"/>
      </dgm:if>
      <dgm:else name="Name3">
        <dgm:choose name="Name4">
          <dgm:if name="Name5" axis="ch" ptType="node" func="cnt" op="lte" val="3">
            <dgm:choose name="Name6">
              <dgm:if name="Name7" func="var" arg="dir" op="equ" val="norm">
                <dgm:alg type="cycle">
                  <dgm:param type="stAng" val="-40"/>
                  <dgm:param type="spanAng" val="80"/>
                  <dgm:param type="rotPath" val="alongPath"/>
                </dgm:alg>
              </dgm:if>
              <dgm:else name="Name8">
                <dgm:alg type="cycle">
                  <dgm:param type="stAng" val="40"/>
                  <dgm:param type="spanAng" val="-80"/>
                  <dgm:param type="rotPath" val="alongPath"/>
                </dgm:alg>
              </dgm:else>
            </dgm:choose>
          </dgm:if>
          <dgm:else name="Name9">
            <dgm:choose name="Name10">
              <dgm:if name="Name11" func="var" arg="dir" op="equ" val="norm">
                <dgm:alg type="cycle">
                  <dgm:param type="stAng" val="-60"/>
                  <dgm:param type="spanAng" val="120"/>
                  <dgm:param type="rotPath" val="alongPath"/>
                </dgm:alg>
              </dgm:if>
              <dgm:else name="Name12">
                <dgm:alg type="cycle">
                  <dgm:param type="stAng" val="60"/>
                  <dgm:param type="spanAng" val="-120"/>
                  <dgm:param type="rotPath" val="alongPath"/>
                </dgm:alg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hoose name="Name13">
      <dgm:if name="Name14" axis="ch" ptType="node" func="cnt" op="equ" val="2">
        <dgm:constrLst>
          <dgm:constr type="w" for="ch" ptType="node" refType="w"/>
          <dgm:constr type="primFontSz" for="ch" ptType="node" op="equ" val="65"/>
          <dgm:constr type="sibSp" refType="w" fact="0.22"/>
        </dgm:constrLst>
      </dgm:if>
      <dgm:else name="Name15">
        <dgm:constrLst>
          <dgm:constr type="w" for="ch" ptType="node" refType="w"/>
          <dgm:constr type="primFontSz" for="ch" ptType="node" op="equ" val="65"/>
          <dgm:constr type="sibSp" refType="w" fact="0.14"/>
        </dgm:constrLst>
      </dgm:else>
    </dgm:choose>
    <dgm:ruleLst/>
    <dgm:forEach name="Name16" axis="ch" ptType="node">
      <dgm:choose name="Name17">
        <dgm:if name="Name18" axis="par ch" ptType="doc node" func="cnt" op="equ" val="1">
          <dgm:layoutNode name="one">
            <dgm:varLst>
              <dgm:bulletEnabled val="1"/>
            </dgm:varLst>
            <dgm:alg type="tx"/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9">
          <dgm:layoutNode name="twoplus">
            <dgm:varLst>
              <dgm:bulletEnabled val="1"/>
            </dgm:varLst>
            <dgm:alg type="tx">
              <dgm:param type="autoTxRot" val="grav"/>
            </dgm:alg>
            <dgm:shape xmlns:r="http://schemas.openxmlformats.org/officeDocument/2006/relationships" type="round2SameRect" r:blip="">
              <dgm:adjLst/>
            </dgm:shape>
            <dgm:presOf axis="desOrSelf" ptType="node"/>
            <dgm:constrLst>
              <dgm:constr type="h" refType="w" fact="0.65"/>
              <dgm:constr type="tMarg" refType="primFontSz" fact="0.1"/>
              <dgm:constr type="bMarg" refType="primFontSz" fact="0.1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3441A-51BE-4165-8E1A-B0DFBBA158D1}" type="datetimeFigureOut">
              <a:rPr lang="en-AU" smtClean="0"/>
              <a:t>18/01/2017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CD570-7A19-4784-B4E4-B49773B3642D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10037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008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11041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CD570-7A19-4784-B4E4-B49773B3642D}" type="slidenum">
              <a:rPr lang="en-AU" smtClean="0"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4327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425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72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154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20000"/>
            <a:lumOff val="80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6695787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 smtClean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HASS_Y06_U1_SS_ThreeLevelGovt</a:t>
            </a:r>
          </a:p>
        </p:txBody>
      </p:sp>
      <p:pic>
        <p:nvPicPr>
          <p:cNvPr id="7" name="Picture 6" descr="C2CIcon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11769"/>
            <a:ext cx="424150" cy="184018"/>
          </a:xfrm>
          <a:prstGeom prst="rect">
            <a:avLst/>
          </a:prstGeom>
        </p:spPr>
      </p:pic>
      <p:pic>
        <p:nvPicPr>
          <p:cNvPr id="8" name="Picture 7" descr="Qld-CoA-1LS-S-mono-webTRANS.png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3964" y="6575577"/>
            <a:ext cx="1313166" cy="227142"/>
          </a:xfrm>
          <a:prstGeom prst="rect">
            <a:avLst/>
          </a:prstGeom>
        </p:spPr>
      </p:pic>
      <p:pic>
        <p:nvPicPr>
          <p:cNvPr id="13" name="Picture 12" descr="../../../../../../../../Volumes/Data/Coredata/DevArea/C2C/ePublishing/Templates/logos/201"/>
          <p:cNvPicPr/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6605324"/>
            <a:ext cx="1719220" cy="2080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7943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1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5.jpeg"/><Relationship Id="rId7" Type="http://schemas.openxmlformats.org/officeDocument/2006/relationships/diagramColors" Target="../diagrams/colors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13" Type="http://schemas.microsoft.com/office/2007/relationships/diagramDrawing" Target="../diagrams/drawing7.xml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diagramColors" Target="../diagrams/colors7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diagramQuickStyle" Target="../diagrams/quickStyle7.xml"/><Relationship Id="rId5" Type="http://schemas.openxmlformats.org/officeDocument/2006/relationships/image" Target="../media/image19.png"/><Relationship Id="rId10" Type="http://schemas.openxmlformats.org/officeDocument/2006/relationships/diagramLayout" Target="../diagrams/layout7.xml"/><Relationship Id="rId4" Type="http://schemas.openxmlformats.org/officeDocument/2006/relationships/image" Target="../media/image18.png"/><Relationship Id="rId9" Type="http://schemas.openxmlformats.org/officeDocument/2006/relationships/diagramData" Target="../diagrams/data7.xml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 idx="4294967295"/>
          </p:nvPr>
        </p:nvSpPr>
        <p:spPr>
          <a:xfrm>
            <a:off x="685800" y="476672"/>
            <a:ext cx="7772400" cy="136815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Roles and responsibilities</a:t>
            </a:r>
            <a:b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 the three levels of government</a:t>
            </a:r>
            <a:endParaRPr lang="en-AU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172799"/>
              </p:ext>
            </p:extLst>
          </p:nvPr>
        </p:nvGraphicFramePr>
        <p:xfrm>
          <a:off x="1115616" y="2276872"/>
          <a:ext cx="6912768" cy="36332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5661247"/>
            <a:ext cx="1440160" cy="55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3154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Three levels of government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2" y="1541939"/>
            <a:ext cx="1847941" cy="14698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568" y="4509120"/>
            <a:ext cx="1800200" cy="1666450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4656142" y="3320987"/>
            <a:ext cx="2994924" cy="1002677"/>
          </a:xfrm>
          <a:prstGeom prst="wedgeRoundRectCallout">
            <a:avLst>
              <a:gd name="adj1" fmla="val 38987"/>
              <a:gd name="adj2" fmla="val 87557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We have three levels of government and three levels of law-making in Australia.</a:t>
            </a:r>
            <a:endParaRPr lang="en-AU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3266440" y="2060848"/>
            <a:ext cx="3024336" cy="864096"/>
          </a:xfrm>
          <a:prstGeom prst="wedgeRoundRectCallout">
            <a:avLst>
              <a:gd name="adj1" fmla="val 62388"/>
              <a:gd name="adj2" fmla="val 20699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Each level of government is responsible for providing different services.</a:t>
            </a:r>
            <a:r>
              <a:rPr lang="en-AU" sz="16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AU" sz="16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1187624" y="3176972"/>
            <a:ext cx="3252495" cy="1188132"/>
          </a:xfrm>
          <a:prstGeom prst="wedgeRoundRectCallout">
            <a:avLst>
              <a:gd name="adj1" fmla="val -37174"/>
              <a:gd name="adj2" fmla="val -85666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Imagine if nobody knew what laws to obey, or if nobody was there to plan where roads should go or collect our rubbish!</a:t>
            </a:r>
            <a:endParaRPr lang="en-AU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92280" y="4723905"/>
            <a:ext cx="1800200" cy="1645466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2959576" y="4581129"/>
            <a:ext cx="3331200" cy="965510"/>
          </a:xfrm>
          <a:prstGeom prst="wedgeRoundRectCallout">
            <a:avLst>
              <a:gd name="adj1" fmla="val -65068"/>
              <a:gd name="adj2" fmla="val 61319"/>
              <a:gd name="adj3" fmla="val 1666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Governments at each level raise money through taxes or charges to pay for these services.</a:t>
            </a:r>
            <a:endParaRPr lang="en-AU" sz="16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60232" y="1541939"/>
            <a:ext cx="1948408" cy="149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63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0" grpId="1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EO_0700_three-levels-law-making.jp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9908" y="1484784"/>
            <a:ext cx="8084184" cy="4478676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442764" y="260648"/>
            <a:ext cx="8229600" cy="114300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Three levels of law-making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584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220073" y="4149080"/>
            <a:ext cx="3384376" cy="201622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Decision-making in relation to national issues takes place at Parliament House, Canberra.</a:t>
            </a:r>
          </a:p>
        </p:txBody>
      </p:sp>
      <p:pic>
        <p:nvPicPr>
          <p:cNvPr id="2050" name="Picture 1" descr="Description: Image of Parliament House, Canberra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20072" y="1556792"/>
            <a:ext cx="3395665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4541616" cy="460445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323528" y="260648"/>
            <a:ext cx="8496944" cy="10081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Federal government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56219"/>
              </p:ext>
            </p:extLst>
          </p:nvPr>
        </p:nvGraphicFramePr>
        <p:xfrm>
          <a:off x="7524328" y="332656"/>
          <a:ext cx="1512168" cy="89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3143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323528" y="260648"/>
            <a:ext cx="8496944" cy="10081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Federal government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240569"/>
              </p:ext>
            </p:extLst>
          </p:nvPr>
        </p:nvGraphicFramePr>
        <p:xfrm>
          <a:off x="7524328" y="332656"/>
          <a:ext cx="1512168" cy="89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24168" y="3933056"/>
            <a:ext cx="5760000" cy="1866393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role</a:t>
            </a:r>
            <a:r>
              <a:rPr lang="en-AU" sz="2000" b="1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of the federal government is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provide services related to its responsibilities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make laws for the country.</a:t>
            </a:r>
            <a:r>
              <a:rPr lang="en-AU" sz="2000" dirty="0" smtClean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A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28184" y="1628800"/>
            <a:ext cx="2592288" cy="4680000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Responsibilities of the federal government:</a:t>
            </a:r>
            <a:endParaRPr lang="en-AU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defence forces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pensions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family support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imports and exports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</a:t>
            </a: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uarantine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telecommunications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post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airports and air safety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ncome tax and company tax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oreign affairs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mmigration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5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AU" sz="15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ealth, for example, Medicare</a:t>
            </a:r>
            <a:endParaRPr lang="en-AU" sz="15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24168" y="1628800"/>
            <a:ext cx="5760000" cy="2160240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Who’s who in federal </a:t>
            </a:r>
            <a:r>
              <a:rPr lang="en-AU" sz="20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g</a:t>
            </a:r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overnment?</a:t>
            </a:r>
          </a:p>
          <a:p>
            <a:pPr algn="ctr"/>
            <a:endParaRPr lang="en-AU" sz="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Queen’s representative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—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Governor-General</a:t>
            </a:r>
          </a:p>
          <a:p>
            <a:pPr algn="just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government — P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rime Minister</a:t>
            </a:r>
          </a:p>
          <a:p>
            <a:pPr algn="just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Your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representative —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member of parliament </a:t>
            </a:r>
          </a:p>
          <a:p>
            <a:pPr algn="just"/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Representative of your state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—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senator</a:t>
            </a:r>
            <a:endParaRPr lang="en-AU" sz="20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16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3528" y="260648"/>
            <a:ext cx="8496944" cy="10081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/>
          <a:p>
            <a:pPr algn="l"/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Role of the House of Representatives </a:t>
            </a:r>
            <a:endParaRPr lang="en-AU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8" name="Picture 6" descr="Image of The House of Representatives chamber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51720" y="4077072"/>
            <a:ext cx="2088231" cy="2088232"/>
          </a:xfrm>
          <a:prstGeom prst="rect">
            <a:avLst/>
          </a:prstGeom>
          <a:noFill/>
          <a:ln w="1905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55976" y="1432161"/>
            <a:ext cx="4608512" cy="478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AU" sz="2100" b="1" dirty="0" smtClean="0">
                <a:latin typeface="Arial" pitchFamily="34" charset="0"/>
                <a:cs typeface="Arial" pitchFamily="34" charset="0"/>
              </a:rPr>
              <a:t>The role </a:t>
            </a:r>
            <a:r>
              <a:rPr lang="en-AU" sz="2100" b="1" dirty="0">
                <a:latin typeface="Arial" pitchFamily="34" charset="0"/>
                <a:cs typeface="Arial" pitchFamily="34" charset="0"/>
              </a:rPr>
              <a:t>of the House of Representatives is to:</a:t>
            </a:r>
            <a:endParaRPr lang="en-AU" sz="21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AU" sz="2100" dirty="0" smtClean="0">
                <a:latin typeface="Arial" pitchFamily="34" charset="0"/>
                <a:cs typeface="Arial" pitchFamily="34" charset="0"/>
              </a:rPr>
              <a:t>make decisions about how the federal government will deliver services or meet its responsibilities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2100" dirty="0" smtClean="0">
                <a:latin typeface="Arial" pitchFamily="34" charset="0"/>
                <a:cs typeface="Arial" pitchFamily="34" charset="0"/>
              </a:rPr>
              <a:t>propose, debate and vote on bills and amendments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2100" dirty="0" smtClean="0">
                <a:latin typeface="Arial" pitchFamily="34" charset="0"/>
                <a:cs typeface="Arial" pitchFamily="34" charset="0"/>
              </a:rPr>
              <a:t>examine issues in committees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2100" dirty="0" smtClean="0">
                <a:latin typeface="Arial" pitchFamily="34" charset="0"/>
                <a:cs typeface="Arial" pitchFamily="34" charset="0"/>
              </a:rPr>
              <a:t>scrutinise executive government. </a:t>
            </a:r>
          </a:p>
          <a:p>
            <a:endParaRPr lang="en-AU" sz="2100" i="1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2100" i="1" dirty="0" smtClean="0">
                <a:latin typeface="Arial" pitchFamily="34" charset="0"/>
                <a:cs typeface="Arial" pitchFamily="34" charset="0"/>
              </a:rPr>
              <a:t>The party with the most representatives in this house forms government and selects the </a:t>
            </a:r>
            <a:br>
              <a:rPr lang="en-AU" sz="2100" i="1" dirty="0" smtClean="0">
                <a:latin typeface="Arial" pitchFamily="34" charset="0"/>
                <a:cs typeface="Arial" pitchFamily="34" charset="0"/>
              </a:rPr>
            </a:br>
            <a:r>
              <a:rPr lang="en-AU" sz="2100" i="1" dirty="0" smtClean="0">
                <a:latin typeface="Arial" pitchFamily="34" charset="0"/>
                <a:cs typeface="Arial" pitchFamily="34" charset="0"/>
              </a:rPr>
              <a:t>Prime </a:t>
            </a:r>
            <a:r>
              <a:rPr lang="en-AU" sz="2100" i="1" dirty="0">
                <a:latin typeface="Arial" pitchFamily="34" charset="0"/>
                <a:cs typeface="Arial" pitchFamily="34" charset="0"/>
              </a:rPr>
              <a:t>M</a:t>
            </a:r>
            <a:r>
              <a:rPr lang="en-AU" sz="2100" i="1" dirty="0" smtClean="0">
                <a:latin typeface="Arial" pitchFamily="34" charset="0"/>
                <a:cs typeface="Arial" pitchFamily="34" charset="0"/>
              </a:rPr>
              <a:t>inister</a:t>
            </a:r>
            <a:r>
              <a:rPr lang="en-AU" sz="2200" i="1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2200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3528" y="1436330"/>
            <a:ext cx="3816424" cy="252971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559817"/>
              </p:ext>
            </p:extLst>
          </p:nvPr>
        </p:nvGraphicFramePr>
        <p:xfrm>
          <a:off x="7524328" y="332656"/>
          <a:ext cx="1512168" cy="89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55631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 txBox="1">
            <a:spLocks/>
          </p:cNvSpPr>
          <p:nvPr/>
        </p:nvSpPr>
        <p:spPr>
          <a:xfrm>
            <a:off x="323528" y="260648"/>
            <a:ext cx="8496944" cy="10081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Role of the Senate</a:t>
            </a:r>
            <a:endParaRPr lang="en-AU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2870869" cy="266580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779912" y="1412776"/>
            <a:ext cx="49685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latin typeface="Arial" pitchFamily="34" charset="0"/>
                <a:cs typeface="Arial" pitchFamily="34" charset="0"/>
              </a:rPr>
              <a:t>The role of the Senate is to: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review decisions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about how the f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ederal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g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overnment </a:t>
            </a:r>
            <a:r>
              <a:rPr lang="en-AU" sz="2400" dirty="0">
                <a:latin typeface="Arial" pitchFamily="34" charset="0"/>
                <a:cs typeface="Arial" pitchFamily="34" charset="0"/>
              </a:rPr>
              <a:t>will deliver services or meet 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its responsibilities 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propose, debate and vote on bills and amendments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examine issues in committees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2400" dirty="0" smtClean="0">
                <a:latin typeface="Arial" pitchFamily="34" charset="0"/>
                <a:cs typeface="Arial" pitchFamily="34" charset="0"/>
              </a:rPr>
              <a:t>scrutinise the decisions of the executive</a:t>
            </a:r>
            <a:r>
              <a:rPr lang="en-AU" sz="2400" dirty="0" smtClean="0">
                <a:solidFill>
                  <a:schemeClr val="accent4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*</a:t>
            </a:r>
            <a:r>
              <a:rPr lang="en-AU" sz="24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AU" sz="8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1200" b="1" dirty="0" smtClean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* The Senate is often called the ‘house of review’</a:t>
            </a:r>
            <a:r>
              <a:rPr lang="en-AU" sz="1200" b="1" dirty="0">
                <a:solidFill>
                  <a:srgbClr val="7030A0"/>
                </a:solidFill>
                <a:latin typeface="Arial" pitchFamily="34" charset="0"/>
                <a:cs typeface="Arial" pitchFamily="34" charset="0"/>
              </a:rPr>
              <a:t>.</a:t>
            </a:r>
          </a:p>
        </p:txBody>
      </p:sp>
      <p:pic>
        <p:nvPicPr>
          <p:cNvPr id="2" name="Picture 1" descr="img-cbda1cb19e0ddfa279effe3ab0d6cbc5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696" y="4206041"/>
            <a:ext cx="1718741" cy="1643846"/>
          </a:xfrm>
          <a:prstGeom prst="rect">
            <a:avLst/>
          </a:prstGeom>
        </p:spPr>
      </p:pic>
      <p:graphicFrame>
        <p:nvGraphicFramePr>
          <p:cNvPr id="1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559817"/>
              </p:ext>
            </p:extLst>
          </p:nvPr>
        </p:nvGraphicFramePr>
        <p:xfrm>
          <a:off x="7524328" y="332656"/>
          <a:ext cx="1512168" cy="89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02186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323528" y="260648"/>
            <a:ext cx="8496944" cy="10081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State/territory governments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1488" y="1625892"/>
            <a:ext cx="5760000" cy="2160000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Who’s who in state government?</a:t>
            </a:r>
          </a:p>
          <a:p>
            <a:pPr algn="ctr"/>
            <a:endParaRPr lang="en-AU" sz="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Queen’s representative </a:t>
            </a:r>
            <a:r>
              <a:rPr lang="en-A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—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Governor</a:t>
            </a:r>
          </a:p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state government </a:t>
            </a:r>
            <a:r>
              <a:rPr lang="en-A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—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Premier</a:t>
            </a:r>
          </a:p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territory government </a:t>
            </a:r>
            <a:r>
              <a:rPr lang="en-AU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—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Chief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inister</a:t>
            </a:r>
          </a:p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Your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representative —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member of parliament</a:t>
            </a:r>
            <a:endParaRPr lang="en-A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1488" y="4001345"/>
            <a:ext cx="5760000" cy="1515887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AU" sz="2000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role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of state/territory governments is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provide services related to its responsibilities </a:t>
            </a:r>
            <a:endParaRPr lang="en-AU" sz="20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make laws that are enforced within their own state or territory.</a:t>
            </a:r>
            <a:endParaRPr lang="en-AU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57369" y="1625892"/>
            <a:ext cx="2592000" cy="4500000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Responsibilities of state/territory governments: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education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ealth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nvironment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ransport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ublic works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port and recreation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olice services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prisons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ater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ommunity services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ndustrial relations</a:t>
            </a:r>
          </a:p>
          <a:p>
            <a:pPr marL="285750" indent="-285750">
              <a:spcAft>
                <a:spcPts val="100"/>
              </a:spcAft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rimary industries.</a:t>
            </a: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2436231"/>
              </p:ext>
            </p:extLst>
          </p:nvPr>
        </p:nvGraphicFramePr>
        <p:xfrm>
          <a:off x="7380312" y="303198"/>
          <a:ext cx="1512168" cy="893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192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 txBox="1">
            <a:spLocks/>
          </p:cNvSpPr>
          <p:nvPr/>
        </p:nvSpPr>
        <p:spPr>
          <a:xfrm>
            <a:off x="323528" y="260648"/>
            <a:ext cx="8496944" cy="10081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State and territory parliaments</a:t>
            </a:r>
            <a:endParaRPr lang="en-AU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2708" y="4221088"/>
            <a:ext cx="860178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>
                <a:latin typeface="Arial" pitchFamily="34" charset="0"/>
                <a:cs typeface="Arial" pitchFamily="34" charset="0"/>
              </a:rPr>
              <a:t>All 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state parliaments, except Queensland, have two 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houses: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>
                <a:latin typeface="Arial" pitchFamily="34" charset="0"/>
                <a:cs typeface="Arial" pitchFamily="34" charset="0"/>
              </a:rPr>
              <a:t>a lower house, called either 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the Legislative 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Assembly or House of Assembly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>
                <a:latin typeface="Arial" pitchFamily="34" charset="0"/>
                <a:cs typeface="Arial" pitchFamily="34" charset="0"/>
              </a:rPr>
              <a:t>an upper house, called the Legislative 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Council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2000" dirty="0">
              <a:latin typeface="Arial" pitchFamily="34" charset="0"/>
              <a:cs typeface="Arial" pitchFamily="34" charset="0"/>
            </a:endParaRPr>
          </a:p>
          <a:p>
            <a:endParaRPr lang="en-AU" sz="800" dirty="0" smtClean="0">
              <a:latin typeface="Arial" pitchFamily="34" charset="0"/>
              <a:cs typeface="Arial" pitchFamily="34" charset="0"/>
            </a:endParaRPr>
          </a:p>
          <a:p>
            <a:r>
              <a:rPr lang="en-AU" sz="2000" dirty="0" smtClean="0">
                <a:latin typeface="Arial" pitchFamily="34" charset="0"/>
                <a:cs typeface="Arial" pitchFamily="34" charset="0"/>
              </a:rPr>
              <a:t>The parliaments of Queensland, the Australian Capital Territory and Northern Territory only have 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a lower 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house, or </a:t>
            </a:r>
            <a:r>
              <a:rPr lang="en-AU" sz="2000" dirty="0">
                <a:latin typeface="Arial" pitchFamily="34" charset="0"/>
                <a:cs typeface="Arial" pitchFamily="34" charset="0"/>
              </a:rPr>
              <a:t>Legislative Assembly</a:t>
            </a:r>
            <a:r>
              <a:rPr lang="en-AU" sz="2000" dirty="0" smtClean="0">
                <a:latin typeface="Arial" pitchFamily="34" charset="0"/>
                <a:cs typeface="Arial" pitchFamily="34" charset="0"/>
              </a:rPr>
              <a:t>.</a:t>
            </a:r>
            <a:endParaRPr lang="en-AU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Oval 12"/>
          <p:cNvSpPr>
            <a:spLocks/>
          </p:cNvSpPr>
          <p:nvPr/>
        </p:nvSpPr>
        <p:spPr>
          <a:xfrm>
            <a:off x="5340095" y="1484784"/>
            <a:ext cx="1439998" cy="1440000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5" name="Oval 14"/>
          <p:cNvSpPr>
            <a:spLocks/>
          </p:cNvSpPr>
          <p:nvPr/>
        </p:nvSpPr>
        <p:spPr>
          <a:xfrm>
            <a:off x="3371877" y="1484784"/>
            <a:ext cx="1439998" cy="1440000"/>
          </a:xfrm>
          <a:prstGeom prst="ellipse">
            <a:avLst/>
          </a:prstGeom>
          <a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6" name="Oval 15"/>
          <p:cNvSpPr>
            <a:spLocks noChangeAspect="1"/>
          </p:cNvSpPr>
          <p:nvPr/>
        </p:nvSpPr>
        <p:spPr>
          <a:xfrm>
            <a:off x="1403657" y="1484784"/>
            <a:ext cx="1440000" cy="1413874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8" name="Oval 17"/>
          <p:cNvSpPr>
            <a:spLocks noChangeAspect="1"/>
          </p:cNvSpPr>
          <p:nvPr/>
        </p:nvSpPr>
        <p:spPr>
          <a:xfrm>
            <a:off x="4313239" y="2637705"/>
            <a:ext cx="1489087" cy="1440000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9" name="Oval 18"/>
          <p:cNvSpPr>
            <a:spLocks/>
          </p:cNvSpPr>
          <p:nvPr/>
        </p:nvSpPr>
        <p:spPr>
          <a:xfrm>
            <a:off x="6339372" y="2636912"/>
            <a:ext cx="1440000" cy="1440229"/>
          </a:xfrm>
          <a:prstGeom prst="ellipse">
            <a:avLst/>
          </a:prstGeom>
          <a:blipFill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7" name="Oval 16"/>
          <p:cNvSpPr>
            <a:spLocks/>
          </p:cNvSpPr>
          <p:nvPr/>
        </p:nvSpPr>
        <p:spPr>
          <a:xfrm>
            <a:off x="362708" y="2636912"/>
            <a:ext cx="1439998" cy="1440000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22" name="Oval 21"/>
          <p:cNvSpPr>
            <a:spLocks/>
          </p:cNvSpPr>
          <p:nvPr/>
        </p:nvSpPr>
        <p:spPr>
          <a:xfrm>
            <a:off x="2339752" y="2636912"/>
            <a:ext cx="1436441" cy="1440793"/>
          </a:xfrm>
          <a:prstGeom prst="ellipse">
            <a:avLst/>
          </a:prstGeom>
          <a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aphicFrame>
        <p:nvGraphicFramePr>
          <p:cNvPr id="21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2172608"/>
              </p:ext>
            </p:extLst>
          </p:nvPr>
        </p:nvGraphicFramePr>
        <p:xfrm>
          <a:off x="7380312" y="303198"/>
          <a:ext cx="1512168" cy="893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3" name="Picture 2" descr="193px-Northern_Territory_Legislative_Assembly.png"/>
          <p:cNvPicPr>
            <a:picLocks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8464" y="1484784"/>
            <a:ext cx="1440000" cy="1440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59632" y="1484784"/>
            <a:ext cx="262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err="1" smtClean="0"/>
              <a:t>i</a:t>
            </a:r>
            <a:r>
              <a:rPr lang="en-AU" sz="1000" dirty="0" smtClean="0"/>
              <a:t>.</a:t>
            </a:r>
            <a:endParaRPr lang="en-AU" sz="1000" dirty="0"/>
          </a:p>
        </p:txBody>
      </p:sp>
      <p:sp>
        <p:nvSpPr>
          <p:cNvPr id="14" name="TextBox 13"/>
          <p:cNvSpPr txBox="1"/>
          <p:nvPr/>
        </p:nvSpPr>
        <p:spPr>
          <a:xfrm>
            <a:off x="3113874" y="1514073"/>
            <a:ext cx="305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ii.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5148064" y="1524773"/>
            <a:ext cx="305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iii.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7155465" y="1525546"/>
            <a:ext cx="305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iv.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305236" y="3816636"/>
            <a:ext cx="305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v.</a:t>
            </a:r>
            <a:endParaRPr lang="en-AU" sz="1000" dirty="0"/>
          </a:p>
        </p:txBody>
      </p:sp>
      <p:sp>
        <p:nvSpPr>
          <p:cNvPr id="26" name="TextBox 25"/>
          <p:cNvSpPr txBox="1"/>
          <p:nvPr/>
        </p:nvSpPr>
        <p:spPr>
          <a:xfrm>
            <a:off x="2186753" y="3831484"/>
            <a:ext cx="3059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vi.</a:t>
            </a:r>
            <a:endParaRPr lang="en-AU" sz="1000" dirty="0"/>
          </a:p>
        </p:txBody>
      </p:sp>
      <p:sp>
        <p:nvSpPr>
          <p:cNvPr id="27" name="TextBox 26"/>
          <p:cNvSpPr txBox="1"/>
          <p:nvPr/>
        </p:nvSpPr>
        <p:spPr>
          <a:xfrm>
            <a:off x="4160240" y="3816635"/>
            <a:ext cx="4117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vii.</a:t>
            </a:r>
            <a:endParaRPr lang="en-AU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6133492" y="3824070"/>
            <a:ext cx="4117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viii.</a:t>
            </a:r>
            <a:endParaRPr lang="en-AU" sz="1000" dirty="0"/>
          </a:p>
        </p:txBody>
      </p:sp>
    </p:spTree>
    <p:extLst>
      <p:ext uri="{BB962C8B-B14F-4D97-AF65-F5344CB8AC3E}">
        <p14:creationId xmlns:p14="http://schemas.microsoft.com/office/powerpoint/2010/main" val="1133222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323528" y="260648"/>
            <a:ext cx="8496944" cy="1224136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Role of state and territory members </a:t>
            </a:r>
            <a:b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</a:br>
            <a:r>
              <a:rPr lang="en-AU" sz="32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of parliament</a:t>
            </a:r>
            <a:endParaRPr lang="en-AU" sz="32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1772816"/>
            <a:ext cx="81369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00" dirty="0" smtClean="0">
                <a:latin typeface="Arial" pitchFamily="34" charset="0"/>
                <a:cs typeface="Arial" pitchFamily="34" charset="0"/>
              </a:rPr>
              <a:t>Members of state and territory parliaments have three main roles.</a:t>
            </a:r>
            <a:endParaRPr lang="en-AU" sz="21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2716733373"/>
              </p:ext>
            </p:extLst>
          </p:nvPr>
        </p:nvGraphicFramePr>
        <p:xfrm>
          <a:off x="971600" y="1916832"/>
          <a:ext cx="7200800" cy="4009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2172608"/>
              </p:ext>
            </p:extLst>
          </p:nvPr>
        </p:nvGraphicFramePr>
        <p:xfrm>
          <a:off x="7380312" y="303198"/>
          <a:ext cx="1512168" cy="8935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87591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>
            <a:spLocks/>
          </p:cNvSpPr>
          <p:nvPr/>
        </p:nvSpPr>
        <p:spPr>
          <a:xfrm>
            <a:off x="323528" y="260648"/>
            <a:ext cx="8496944" cy="100811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28575">
            <a:noFill/>
          </a:ln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4000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Local government</a:t>
            </a:r>
            <a:endParaRPr lang="en-AU" sz="4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60823515"/>
              </p:ext>
            </p:extLst>
          </p:nvPr>
        </p:nvGraphicFramePr>
        <p:xfrm>
          <a:off x="7308304" y="260648"/>
          <a:ext cx="1789856" cy="9432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67544" y="1628800"/>
            <a:ext cx="5832647" cy="1728192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Who’s who in local government?</a:t>
            </a:r>
          </a:p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Queen’s representative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—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not applicable</a:t>
            </a:r>
          </a:p>
          <a:p>
            <a:pPr>
              <a:tabLst>
                <a:tab pos="2695575" algn="l"/>
              </a:tabLst>
            </a:pP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Head of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government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—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ayor, lord mayor or</a:t>
            </a:r>
          </a:p>
          <a:p>
            <a:pPr>
              <a:tabLst>
                <a:tab pos="2695575" algn="l"/>
              </a:tabLst>
            </a:pP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shire president</a:t>
            </a:r>
          </a:p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Your </a:t>
            </a: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representative —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councillor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544" y="3552137"/>
            <a:ext cx="5832647" cy="1388873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The</a:t>
            </a:r>
            <a:r>
              <a:rPr lang="en-AU" sz="2000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role </a:t>
            </a: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of local government is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provide services related to its responsibilities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make regulations and by-laws in relation to community needs.</a:t>
            </a:r>
            <a:endParaRPr lang="en-AU" sz="20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44208" y="1628800"/>
            <a:ext cx="2376264" cy="4615470"/>
          </a:xfrm>
          <a:prstGeom prst="roundRect">
            <a:avLst/>
          </a:prstGeom>
          <a:solidFill>
            <a:schemeClr val="bg1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000" b="1" dirty="0" smtClean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Responsibilities of the local government:</a:t>
            </a:r>
            <a:endParaRPr lang="en-AU" sz="1600" b="1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ublic property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ocal roads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l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ocal parks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wimming pools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ew local roads and buildings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rotection of natural areas and historic places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r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ubbish collection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s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treet signs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AU" sz="16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</a:t>
            </a:r>
            <a:r>
              <a:rPr lang="en-AU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et control.</a:t>
            </a:r>
          </a:p>
          <a:p>
            <a:pPr marL="285750" indent="-285750">
              <a:buFont typeface="Arial" pitchFamily="34" charset="0"/>
              <a:buChar char="•"/>
            </a:pPr>
            <a:endParaRPr lang="en-AU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517948" y="4941168"/>
            <a:ext cx="1593626" cy="1456648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3525764" y="5136155"/>
            <a:ext cx="2744712" cy="1108115"/>
          </a:xfrm>
          <a:prstGeom prst="wedgeRoundRectCallout">
            <a:avLst>
              <a:gd name="adj1" fmla="val -67765"/>
              <a:gd name="adj2" fmla="val 49504"/>
              <a:gd name="adj3" fmla="val 16667"/>
            </a:avLst>
          </a:prstGeom>
          <a:solidFill>
            <a:schemeClr val="accent3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0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There are over 560 councils in Australia.</a:t>
            </a:r>
            <a:endParaRPr lang="en-AU" sz="20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61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3548" y="260648"/>
            <a:ext cx="8136904" cy="5616624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600" b="1" dirty="0" smtClean="0">
                <a:latin typeface="Arial" pitchFamily="34" charset="0"/>
                <a:cs typeface="Arial" pitchFamily="34" charset="0"/>
              </a:rPr>
              <a:t>Attributions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Slide </a:t>
            </a: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: </a:t>
            </a:r>
          </a:p>
          <a:p>
            <a:pPr marL="0" indent="0">
              <a:buNone/>
            </a:pP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Parliamentary 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Education </a:t>
            </a: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Office (PEO) 2016, </a:t>
            </a:r>
            <a:r>
              <a:rPr lang="en-AU" sz="900" i="1" spc="-10" dirty="0">
                <a:latin typeface="Arial" pitchFamily="34" charset="0"/>
                <a:cs typeface="Arial" pitchFamily="34" charset="0"/>
              </a:rPr>
              <a:t>Three levels of law-making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, http://www.peo.gov.au/uploads/image_gallery/the-law/PEO_0700_three-levels-law-making.pdf CC BY-NC-ND 3.0 creativecommons.org/licenses/by-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nc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nd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/3.0/</a:t>
            </a:r>
            <a:r>
              <a:rPr lang="en-AU" sz="900" spc="-10" dirty="0" smtClean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/</a:t>
            </a:r>
            <a:endParaRPr lang="en-AU" sz="900" spc="-1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Slide </a:t>
            </a: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AU" sz="900" b="1" spc="-10" dirty="0">
                <a:latin typeface="Arial" pitchFamily="34" charset="0"/>
                <a:cs typeface="Arial" pitchFamily="34" charset="0"/>
              </a:rPr>
              <a:t>: </a:t>
            </a:r>
            <a:endParaRPr lang="en-AU" sz="900" b="1" spc="-1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Parliamentary 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Education Office (PEO) 2016, </a:t>
            </a:r>
            <a:r>
              <a:rPr lang="en-AU" sz="900" i="1" spc="-10" dirty="0">
                <a:latin typeface="Arial" pitchFamily="34" charset="0"/>
                <a:cs typeface="Arial" pitchFamily="34" charset="0"/>
              </a:rPr>
              <a:t>Roles and Responsibilities of the Parliament 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http://www.peo.gov.au/image-library/roles-and-responsibilities-of-the-parliament/214.html CC BY-NC-ND 3.0 creativecommons.org/licenses/by-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nc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nd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/3.0</a:t>
            </a: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/</a:t>
            </a:r>
          </a:p>
          <a:p>
            <a:pPr marL="0" indent="0">
              <a:buNone/>
            </a:pPr>
            <a:r>
              <a:rPr lang="en-AU" sz="900" i="1" spc="-10" dirty="0">
                <a:latin typeface="Arial" pitchFamily="34" charset="0"/>
                <a:cs typeface="Arial" pitchFamily="34" charset="0"/>
              </a:rPr>
              <a:t>Parliament House, Canberra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, copyright of the Commonwealth of Australia. http://www.peo.gov.au/multimedia/image-library/australias-parliament-house-il.html Used with permission</a:t>
            </a: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Slide </a:t>
            </a:r>
            <a:r>
              <a:rPr lang="en-AU" sz="900" b="1" spc="-10" dirty="0">
                <a:latin typeface="Arial" pitchFamily="34" charset="0"/>
                <a:cs typeface="Arial" pitchFamily="34" charset="0"/>
              </a:rPr>
              <a:t>6: </a:t>
            </a:r>
            <a:endParaRPr lang="en-AU" sz="900" b="1" spc="-1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AU" sz="900" spc="-10" dirty="0">
                <a:latin typeface="Arial" pitchFamily="34" charset="0"/>
                <a:cs typeface="Arial" pitchFamily="34" charset="0"/>
              </a:rPr>
              <a:t>Parliamentary Education Office (PEO) 2016, </a:t>
            </a:r>
            <a:r>
              <a:rPr lang="en-AU" sz="900" i="1" spc="-10" dirty="0">
                <a:latin typeface="Arial" pitchFamily="34" charset="0"/>
                <a:cs typeface="Arial" pitchFamily="34" charset="0"/>
              </a:rPr>
              <a:t>Electing Members to the House of Representatives 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http://www.peo.gov.au/image-library/electing-members-to-the-house-of-representatives/214.html CC BY-NC-ND 3.0 creativecommons.org/licenses/by-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nc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nd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/3.0</a:t>
            </a: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/</a:t>
            </a:r>
            <a:endParaRPr lang="en-AU" sz="900" spc="-10" dirty="0" smtClean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AU" sz="900" spc="-10" dirty="0">
                <a:latin typeface="Arial" pitchFamily="34" charset="0"/>
                <a:cs typeface="Arial" pitchFamily="34" charset="0"/>
              </a:rPr>
              <a:t>Photograph by David Foote. </a:t>
            </a:r>
            <a:r>
              <a:rPr lang="en-AU" sz="900" i="1" spc="-10" dirty="0">
                <a:latin typeface="Arial" pitchFamily="34" charset="0"/>
                <a:cs typeface="Arial" pitchFamily="34" charset="0"/>
              </a:rPr>
              <a:t>The House of Representatives chamber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, http://www.peo.gov.au/image-library/the-house-of-representatives-chamber-empty/214.html  Courtesy of 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Auspic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. </a:t>
            </a:r>
            <a:endParaRPr lang="en-AU" sz="900" spc="-1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Slide </a:t>
            </a: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7: </a:t>
            </a:r>
            <a:endParaRPr lang="en-AU" sz="900" b="1" spc="-1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AU" sz="900" spc="-10" dirty="0">
                <a:latin typeface="Arial" pitchFamily="34" charset="0"/>
                <a:cs typeface="Arial" pitchFamily="34" charset="0"/>
              </a:rPr>
              <a:t>Parliamentary Education Office (PEO) 2016, Electing Senators, http://www.peo.gov.au/image-library/electing-senators-to-the-senate/214.html CC BY-NC-ND 3.0 creativecommons.org/licenses/by-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nc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-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nd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/3.0</a:t>
            </a:r>
            <a:r>
              <a:rPr lang="en-AU" sz="900" spc="-10" dirty="0" smtClean="0">
                <a:latin typeface="Arial" pitchFamily="34" charset="0"/>
                <a:cs typeface="Arial" pitchFamily="34" charset="0"/>
              </a:rPr>
              <a:t>/</a:t>
            </a:r>
          </a:p>
          <a:p>
            <a:pPr marL="0" indent="0">
              <a:buNone/>
            </a:pPr>
            <a:r>
              <a:rPr lang="en-AU" sz="900" spc="-10" dirty="0">
                <a:latin typeface="Arial" pitchFamily="34" charset="0"/>
                <a:cs typeface="Arial" pitchFamily="34" charset="0"/>
              </a:rPr>
              <a:t>Photograph by David Foote , The Senate Chamber http://www.peo.gov.au/image-library/the-senate-chamber/214.html Courtesy of </a:t>
            </a:r>
            <a:r>
              <a:rPr lang="en-AU" sz="900" spc="-10" dirty="0" err="1">
                <a:latin typeface="Arial" pitchFamily="34" charset="0"/>
                <a:cs typeface="Arial" pitchFamily="34" charset="0"/>
              </a:rPr>
              <a:t>Auspic</a:t>
            </a:r>
            <a:r>
              <a:rPr lang="en-AU" sz="900" spc="-10" dirty="0">
                <a:latin typeface="Arial" pitchFamily="34" charset="0"/>
                <a:cs typeface="Arial" pitchFamily="34" charset="0"/>
              </a:rPr>
              <a:t>.</a:t>
            </a:r>
            <a:r>
              <a:rPr lang="en-AU" sz="900" spc="-1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endParaRPr lang="en-AU" sz="900" spc="-1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Slide </a:t>
            </a:r>
            <a:r>
              <a:rPr lang="en-AU" sz="900" b="1" spc="-10" dirty="0" smtClean="0">
                <a:latin typeface="Arial" pitchFamily="34" charset="0"/>
                <a:cs typeface="Arial" pitchFamily="34" charset="0"/>
              </a:rPr>
              <a:t>9:</a:t>
            </a:r>
          </a:p>
          <a:p>
            <a:pPr marL="266700" indent="-266700">
              <a:buNone/>
              <a:tabLst>
                <a:tab pos="266700" algn="l"/>
              </a:tabLst>
            </a:pPr>
            <a:r>
              <a:rPr lang="en-AU" sz="900" spc="-10" dirty="0" err="1" smtClean="0"/>
              <a:t>i</a:t>
            </a:r>
            <a:r>
              <a:rPr lang="en-AU" sz="900" spc="-10" dirty="0" smtClean="0"/>
              <a:t>. 	</a:t>
            </a:r>
            <a:r>
              <a:rPr lang="en-AU" sz="900" spc="-10" dirty="0" err="1" smtClean="0"/>
              <a:t>OZinOH</a:t>
            </a:r>
            <a:r>
              <a:rPr lang="en-AU" sz="900" spc="-10" dirty="0" smtClean="0"/>
              <a:t> </a:t>
            </a:r>
            <a:r>
              <a:rPr lang="en-AU" sz="900" spc="-10" dirty="0"/>
              <a:t>2008, New South Wales State Parliament, http://www.flickr.com/photos/75905404@N00/2176368351/ CC BY-NC 2.0 </a:t>
            </a:r>
            <a:r>
              <a:rPr lang="en-AU" sz="900" spc="-10" dirty="0" smtClean="0"/>
              <a:t>creativecommons.org/licenses/by-</a:t>
            </a:r>
            <a:r>
              <a:rPr lang="en-AU" sz="900" spc="-10" dirty="0" err="1" smtClean="0"/>
              <a:t>nc</a:t>
            </a:r>
            <a:r>
              <a:rPr lang="en-AU" sz="900" spc="-10" dirty="0" smtClean="0"/>
              <a:t>/2.0/</a:t>
            </a:r>
            <a:endParaRPr lang="en-AU" sz="900" spc="-10" dirty="0">
              <a:solidFill>
                <a:schemeClr val="bg1">
                  <a:lumMod val="65000"/>
                </a:schemeClr>
              </a:solidFill>
            </a:endParaRPr>
          </a:p>
          <a:p>
            <a:pPr marL="266700" indent="-266700">
              <a:buNone/>
              <a:tabLst>
                <a:tab pos="266700" algn="l"/>
              </a:tabLst>
            </a:pPr>
            <a:r>
              <a:rPr lang="en-AU" sz="900" spc="-10" dirty="0" smtClean="0"/>
              <a:t>ii.	</a:t>
            </a:r>
            <a:r>
              <a:rPr lang="en-AU" sz="900" spc="-10" dirty="0" err="1" smtClean="0"/>
              <a:t>Donaldtong</a:t>
            </a:r>
            <a:r>
              <a:rPr lang="en-AU" sz="900" spc="-10" dirty="0"/>
              <a:t>, Victoria Parliament Melbourne,  http://commons.wikimedia.org/wiki/File:Victoria_Parliament_Melbourne_(Colonnades_%26_Stairs).</a:t>
            </a:r>
            <a:r>
              <a:rPr lang="en-AU" sz="900" spc="-10" dirty="0" smtClean="0"/>
              <a:t>jpg</a:t>
            </a:r>
          </a:p>
          <a:p>
            <a:pPr marL="266700" indent="-266700">
              <a:buNone/>
              <a:tabLst>
                <a:tab pos="266700" algn="l"/>
              </a:tabLst>
            </a:pPr>
            <a:r>
              <a:rPr lang="en-AU" sz="900" spc="-10" dirty="0" smtClean="0"/>
              <a:t>iii.	Queensland </a:t>
            </a:r>
            <a:r>
              <a:rPr lang="en-AU" sz="900" spc="-10" dirty="0"/>
              <a:t>Parliament House http://www.parliament.qld.gov.au/~/media/Images/Common/Building/explore.ashx?h=250&amp;mw=470&amp;w=470 Image supplied by the Queensland Parliament </a:t>
            </a:r>
          </a:p>
          <a:p>
            <a:pPr marL="266700" indent="-266700">
              <a:buNone/>
              <a:tabLst>
                <a:tab pos="266700" algn="l"/>
              </a:tabLst>
            </a:pPr>
            <a:r>
              <a:rPr lang="en-AU" sz="900" spc="-10" dirty="0" smtClean="0"/>
              <a:t>iv.	Kenhodge13 </a:t>
            </a:r>
            <a:r>
              <a:rPr lang="en-AU" sz="900" spc="-10" dirty="0"/>
              <a:t>2010, Northern Territory Legislative Assembly , https://www.flickr.com/photos/40132991@N07/4585077987/ CC BY 2.0 creativecommons.org/licenses/by/2.0/</a:t>
            </a:r>
            <a:endParaRPr lang="en-AU" sz="900" spc="-10" dirty="0">
              <a:solidFill>
                <a:schemeClr val="bg1">
                  <a:lumMod val="65000"/>
                </a:schemeClr>
              </a:solidFill>
            </a:endParaRPr>
          </a:p>
          <a:p>
            <a:pPr marL="266700" indent="-266700">
              <a:buNone/>
              <a:tabLst>
                <a:tab pos="266700" algn="l"/>
              </a:tabLst>
            </a:pPr>
            <a:r>
              <a:rPr lang="en-AU" sz="900" spc="-10" dirty="0" smtClean="0"/>
              <a:t>v.	</a:t>
            </a:r>
            <a:r>
              <a:rPr lang="en-AU" sz="900" spc="-10" dirty="0" err="1" smtClean="0"/>
              <a:t>Rexness</a:t>
            </a:r>
            <a:r>
              <a:rPr lang="en-AU" sz="900" spc="-10" dirty="0" smtClean="0"/>
              <a:t> </a:t>
            </a:r>
            <a:r>
              <a:rPr lang="en-AU" sz="900" spc="-10" dirty="0"/>
              <a:t>2010, Parliament House, Adelaide https://www.flickr.com/photos/rexness/5104234416/ CC BY-SA 2.0 creativecommons.org/licenses/by-</a:t>
            </a:r>
            <a:r>
              <a:rPr lang="en-AU" sz="900" spc="-10" dirty="0" err="1"/>
              <a:t>sa</a:t>
            </a:r>
            <a:r>
              <a:rPr lang="en-AU" sz="900" spc="-10" dirty="0"/>
              <a:t>/2.0/</a:t>
            </a:r>
            <a:endParaRPr lang="en-AU" sz="900" spc="-10" dirty="0">
              <a:solidFill>
                <a:schemeClr val="bg1">
                  <a:lumMod val="65000"/>
                </a:schemeClr>
              </a:solidFill>
            </a:endParaRPr>
          </a:p>
          <a:p>
            <a:pPr marL="266700" indent="-266700">
              <a:buNone/>
              <a:tabLst>
                <a:tab pos="266700" algn="l"/>
              </a:tabLst>
            </a:pPr>
            <a:r>
              <a:rPr lang="en-AU" sz="900" spc="-10" dirty="0" smtClean="0"/>
              <a:t>vi.	</a:t>
            </a:r>
            <a:r>
              <a:rPr lang="en-AU" sz="900" spc="-10" dirty="0" err="1" smtClean="0"/>
              <a:t>Chuq</a:t>
            </a:r>
            <a:r>
              <a:rPr lang="en-AU" sz="900" spc="-10" dirty="0"/>
              <a:t>, Parliament House, Hobart, Tasmania http://commons.wikimedia.org/wiki/File:CG-ParliamentHouseHobart.jpg</a:t>
            </a:r>
          </a:p>
          <a:p>
            <a:pPr marL="266700" indent="-266700">
              <a:buNone/>
              <a:tabLst>
                <a:tab pos="266700" algn="l"/>
              </a:tabLst>
            </a:pPr>
            <a:r>
              <a:rPr lang="en-AU" sz="900" spc="-10" dirty="0" smtClean="0"/>
              <a:t>vii.	Purple </a:t>
            </a:r>
            <a:r>
              <a:rPr lang="en-AU" sz="900" spc="-10" dirty="0" err="1"/>
              <a:t>Wyrm</a:t>
            </a:r>
            <a:r>
              <a:rPr lang="en-AU" sz="900" spc="-10" dirty="0"/>
              <a:t> 2008, Western Australian Parliament, https://www.flickr.com/photos/wyrmworld/3047916980/ CC BY-NC-SA 2.0 creativecommons.org/licenses/by-</a:t>
            </a:r>
            <a:r>
              <a:rPr lang="en-AU" sz="900" spc="-10" dirty="0" err="1"/>
              <a:t>nc</a:t>
            </a:r>
            <a:r>
              <a:rPr lang="en-AU" sz="900" spc="-10" dirty="0"/>
              <a:t>-</a:t>
            </a:r>
            <a:r>
              <a:rPr lang="en-AU" sz="900" spc="-10" dirty="0" err="1"/>
              <a:t>sa</a:t>
            </a:r>
            <a:r>
              <a:rPr lang="en-AU" sz="900" spc="-10" dirty="0"/>
              <a:t>/2.0</a:t>
            </a:r>
            <a:r>
              <a:rPr lang="en-AU" sz="900" spc="-10" dirty="0" smtClean="0"/>
              <a:t>/</a:t>
            </a:r>
            <a:endParaRPr lang="en-AU" sz="900" spc="-10" dirty="0">
              <a:solidFill>
                <a:schemeClr val="bg1">
                  <a:lumMod val="65000"/>
                </a:schemeClr>
              </a:solidFill>
            </a:endParaRPr>
          </a:p>
          <a:p>
            <a:pPr marL="266700" indent="-266700">
              <a:spcAft>
                <a:spcPts val="600"/>
              </a:spcAft>
              <a:buNone/>
              <a:tabLst>
                <a:tab pos="266700" algn="l"/>
              </a:tabLst>
            </a:pPr>
            <a:r>
              <a:rPr lang="en-AU" sz="900" spc="-10" dirty="0" smtClean="0"/>
              <a:t>viii.	ACT </a:t>
            </a:r>
            <a:r>
              <a:rPr lang="en-AU" sz="900" spc="-10" dirty="0"/>
              <a:t>Legislative Assembly http://www.parliament.act.gov.au/__data/assets/image/0009/358821/home_feature.jpg CC BY-NC-ND 3.0 AU creativecommons.org/licenses/by-</a:t>
            </a:r>
            <a:r>
              <a:rPr lang="en-AU" sz="900" spc="-10" dirty="0" err="1"/>
              <a:t>nc</a:t>
            </a:r>
            <a:r>
              <a:rPr lang="en-AU" sz="900" spc="-10" dirty="0"/>
              <a:t>-</a:t>
            </a:r>
            <a:r>
              <a:rPr lang="en-AU" sz="900" spc="-10" dirty="0" err="1"/>
              <a:t>nd</a:t>
            </a:r>
            <a:r>
              <a:rPr lang="en-AU" sz="900" spc="-10" dirty="0"/>
              <a:t>/3.0/au</a:t>
            </a:r>
            <a:r>
              <a:rPr lang="en-AU" sz="900" spc="-10" dirty="0" smtClean="0"/>
              <a:t>/</a:t>
            </a:r>
            <a:endParaRPr lang="en-AU" sz="900" spc="-10" dirty="0" smtClean="0">
              <a:latin typeface="Arial" pitchFamily="34" charset="0"/>
              <a:cs typeface="Arial" pitchFamily="34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AU" sz="900" b="1" dirty="0" smtClean="0">
                <a:latin typeface="Arial" pitchFamily="34" charset="0"/>
                <a:cs typeface="Arial" pitchFamily="34" charset="0"/>
              </a:rPr>
              <a:t>References</a:t>
            </a:r>
            <a:r>
              <a:rPr lang="en-AU" sz="900" b="1" dirty="0" smtClean="0">
                <a:latin typeface="Arial" pitchFamily="34" charset="0"/>
                <a:cs typeface="Arial" pitchFamily="34" charset="0"/>
              </a:rPr>
              <a:t>:</a:t>
            </a:r>
            <a:endParaRPr lang="en-AU" sz="900" b="1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AU" sz="900" dirty="0" smtClean="0">
                <a:latin typeface="Arial" pitchFamily="34" charset="0"/>
                <a:cs typeface="Arial" pitchFamily="34" charset="0"/>
              </a:rPr>
              <a:t>Three levels of government (Everyone’s parliament </a:t>
            </a:r>
            <a:r>
              <a:rPr lang="en-AU" sz="900" dirty="0">
                <a:latin typeface="Arial" pitchFamily="34" charset="0"/>
                <a:cs typeface="Arial" pitchFamily="34" charset="0"/>
              </a:rPr>
              <a:t>) </a:t>
            </a:r>
            <a:r>
              <a:rPr lang="en-AU" sz="800" dirty="0" smtClean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https</a:t>
            </a:r>
            <a:r>
              <a:rPr lang="en-AU" sz="8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://www.parliament.qld.gov.au/documents/explore/education/factsheets/Factsheet_1.1_ThreeLevelsOfGovt.pdf</a:t>
            </a:r>
          </a:p>
          <a:p>
            <a:pPr marL="0" indent="0">
              <a:buNone/>
            </a:pPr>
            <a:r>
              <a:rPr lang="en-AU" sz="900" dirty="0" smtClean="0">
                <a:latin typeface="Arial" pitchFamily="34" charset="0"/>
                <a:cs typeface="Arial" pitchFamily="34" charset="0"/>
              </a:rPr>
              <a:t>Parliamentary </a:t>
            </a:r>
            <a:r>
              <a:rPr lang="en-AU" sz="900" dirty="0">
                <a:latin typeface="Arial" pitchFamily="34" charset="0"/>
                <a:cs typeface="Arial" pitchFamily="34" charset="0"/>
              </a:rPr>
              <a:t>Education Office </a:t>
            </a:r>
            <a:r>
              <a:rPr lang="en-AU" sz="9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http://</a:t>
            </a:r>
            <a:r>
              <a:rPr lang="en-AU" sz="900" dirty="0" smtClean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www.peo.gov.au/multimedia/image-library/the-parliament.html</a:t>
            </a:r>
          </a:p>
          <a:p>
            <a:pPr marL="0" indent="0">
              <a:buNone/>
            </a:pPr>
            <a:r>
              <a:rPr lang="en-AU" sz="900" dirty="0" smtClean="0">
                <a:latin typeface="Arial" pitchFamily="34" charset="0"/>
                <a:cs typeface="Arial" pitchFamily="34" charset="0"/>
              </a:rPr>
              <a:t>Fact Sheets (Parliamentary </a:t>
            </a:r>
            <a:r>
              <a:rPr lang="en-AU" sz="900" dirty="0">
                <a:latin typeface="Arial" pitchFamily="34" charset="0"/>
                <a:cs typeface="Arial" pitchFamily="34" charset="0"/>
              </a:rPr>
              <a:t>Education Office) </a:t>
            </a:r>
            <a:r>
              <a:rPr lang="en-AU" sz="900" dirty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http://</a:t>
            </a:r>
            <a:r>
              <a:rPr lang="en-AU" sz="900" dirty="0" smtClean="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rPr>
              <a:t>www.peo.gov.au/learning/fact-sheets.html</a:t>
            </a:r>
            <a:endParaRPr lang="en-AU" sz="9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AU" sz="700" dirty="0">
              <a:solidFill>
                <a:schemeClr val="bg1">
                  <a:lumMod val="6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41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owerPoint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 powerPoint presentation</Template>
  <TotalTime>4361</TotalTime>
  <Words>746</Words>
  <Application>Microsoft Office PowerPoint</Application>
  <PresentationFormat>On-screen Show (4:3)</PresentationFormat>
  <Paragraphs>151</Paragraphs>
  <Slides>12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blank powerPoint presentation</vt:lpstr>
      <vt:lpstr>Roles and responsibilities of the three levels of government</vt:lpstr>
      <vt:lpstr>Three levels of government</vt:lpstr>
      <vt:lpstr>PowerPoint Presentation</vt:lpstr>
      <vt:lpstr>PowerPoint Presentation</vt:lpstr>
      <vt:lpstr>PowerPoint Presentation</vt:lpstr>
      <vt:lpstr>Role of the House of Representatives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Queensland Government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SOMERVILLE, Elizabeth</dc:creator>
  <cp:lastModifiedBy>LANGDALE, Susann</cp:lastModifiedBy>
  <cp:revision>198</cp:revision>
  <dcterms:created xsi:type="dcterms:W3CDTF">2014-07-04T04:09:07Z</dcterms:created>
  <dcterms:modified xsi:type="dcterms:W3CDTF">2017-01-17T21:29:26Z</dcterms:modified>
</cp:coreProperties>
</file>