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6571" y="1436191"/>
            <a:ext cx="601085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Influences Me?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66571" y="2445841"/>
            <a:ext cx="60108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6 Health | Lesson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66571" y="3103066"/>
            <a:ext cx="60108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of the Media on Health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36950" y="4014192"/>
            <a:ext cx="1269950" cy="1015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950" y="1260277"/>
            <a:ext cx="212095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958751"/>
            <a:ext cx="2163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396603"/>
            <a:ext cx="8128099" cy="75545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media communicates health messages.</a:t>
            </a:r>
            <a:endParaRPr lang="en-US" sz="14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evaluate the credibility of these messages.</a:t>
            </a:r>
            <a:endParaRPr lang="en-US" sz="14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how high-profile people influence our health choices.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950" y="2580531"/>
            <a:ext cx="1791742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2279005"/>
            <a:ext cx="1827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716857"/>
            <a:ext cx="8128099" cy="75545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define and identify health messages in various media.</a:t>
            </a:r>
            <a:endParaRPr lang="en-US" sz="14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use the Purpose, Information, Messenger framework.</a:t>
            </a:r>
            <a:endParaRPr lang="en-US" sz="14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why celebrities are used in media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 What is the Message?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1441996"/>
            <a:ext cx="415823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these well-known campaigns: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7450" y="2170807"/>
            <a:ext cx="4076700" cy="7143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Slip! Slop! Slap!</a:t>
            </a:r>
            <a:endParaRPr lang="en-US" sz="1600" dirty="0"/>
          </a:p>
          <a:p>
            <a:pPr algn="l" marL="190500" indent="-190500"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U OK?</a:t>
            </a:r>
            <a:endParaRPr lang="en-US" sz="1600" dirty="0"/>
          </a:p>
          <a:p>
            <a:pPr algn="l" marL="190500" indent="-190500"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It, Don't Stop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450" y="3278832"/>
            <a:ext cx="4076700" cy="1356122"/>
          </a:xfrm>
          <a:prstGeom prst="roundRect">
            <a:avLst>
              <a:gd name="adj" fmla="val 7492"/>
            </a:avLst>
          </a:prstGeom>
          <a:solidFill>
            <a:srgbClr val="D6E4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6025" y="3278832"/>
            <a:ext cx="0" cy="1356122"/>
          </a:xfrm>
          <a:prstGeom prst="line">
            <a:avLst/>
          </a:prstGeom>
          <a:noFill/>
          <a:ln w="5715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000" y="3659832"/>
            <a:ext cx="3789045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health message are they sending?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11601" y="1022300"/>
            <a:ext cx="4114949" cy="3803749"/>
          </a:xfrm>
          <a:prstGeom prst="roundRect">
            <a:avLst>
              <a:gd name="adj" fmla="val 3339"/>
            </a:avLst>
          </a:prstGeom>
          <a:solidFill>
            <a:srgbClr val="F0F4F8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97294" y="2600325"/>
            <a:ext cx="274341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[Health Campaign Visuals]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7294" y="3125986"/>
            <a:ext cx="274341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the logos and slogans here...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Health Message?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9599" y="1468636"/>
            <a:ext cx="6984802" cy="2333179"/>
          </a:xfrm>
          <a:prstGeom prst="roundRect">
            <a:avLst>
              <a:gd name="adj" fmla="val 81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1270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79599" y="1530548"/>
            <a:ext cx="6984802" cy="0"/>
          </a:xfrm>
          <a:prstGeom prst="line">
            <a:avLst/>
          </a:prstGeom>
          <a:noFill/>
          <a:ln w="123825">
            <a:solidFill>
              <a:srgbClr val="2E6B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51" y="2163812"/>
            <a:ext cx="6476899" cy="106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health message is information designed to encourage people to make healthy choices or change their behaviour to improve their wellbeing."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33451" y="3992314"/>
            <a:ext cx="4974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Nutrition, Exercise, Sun Safety, Mental Health, Hygiene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find them?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958751"/>
            <a:ext cx="2751683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1263" y="1560463"/>
            <a:ext cx="24569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1263" y="1861989"/>
            <a:ext cx="2456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Adverts, News, Docs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96084" y="958751"/>
            <a:ext cx="2751683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43446" y="1560463"/>
            <a:ext cx="24569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43446" y="1861989"/>
            <a:ext cx="2456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Influencers, Posts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38267" y="958751"/>
            <a:ext cx="2751832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5628" y="1560463"/>
            <a:ext cx="24571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5628" y="1861989"/>
            <a:ext cx="2457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visual messages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901" y="3019425"/>
            <a:ext cx="2751683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263" y="3621137"/>
            <a:ext cx="24569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1263" y="3922663"/>
            <a:ext cx="2456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Articles, Health Blogs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96084" y="3019425"/>
            <a:ext cx="2751683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43446" y="3621137"/>
            <a:ext cx="24569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Radio/Podcasts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43446" y="3922663"/>
            <a:ext cx="2456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discussions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38267" y="3019425"/>
            <a:ext cx="2751832" cy="1870174"/>
          </a:xfrm>
          <a:prstGeom prst="roundRect">
            <a:avLst>
              <a:gd name="adj" fmla="val 6791"/>
            </a:avLst>
          </a:prstGeom>
          <a:solidFill>
            <a:srgbClr val="D6E4F7"/>
          </a:solidFill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85628" y="3621137"/>
            <a:ext cx="24571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Media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5628" y="3922663"/>
            <a:ext cx="2457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Magazines, Posters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Audience to Message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4901" y="958751"/>
            <a:ext cx="7874198" cy="2069009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5401" y="1518940"/>
            <a:ext cx="749319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5401" y="1212652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Lunchbox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7068" y="1212652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&amp; Caregivers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5401" y="1956792"/>
            <a:ext cx="749319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401" y="1650504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"Stay Hydrated" Viral 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7068" y="1650504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Teenagers / Students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401" y="2394645"/>
            <a:ext cx="749319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401" y="2088356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 Shots for Seniors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7068" y="2088356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Elderly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401" y="2832497"/>
            <a:ext cx="749319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401" y="2526209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Smoking Billboard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97068" y="2526209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Public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6159" y="3218259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target audience matter?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Credibility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61901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 if a health message is </a:t>
            </a:r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819573"/>
            <a:ext cx="2667000" cy="1473398"/>
          </a:xfrm>
          <a:prstGeom prst="roundRect">
            <a:avLst>
              <a:gd name="adj" fmla="val 8620"/>
            </a:avLst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2010073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470398"/>
            <a:ext cx="2331720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it created? To help, or to sell something?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38500" y="1819573"/>
            <a:ext cx="2667000" cy="1473398"/>
          </a:xfrm>
          <a:prstGeom prst="roundRect">
            <a:avLst>
              <a:gd name="adj" fmla="val 8620"/>
            </a:avLst>
          </a:prstGeom>
          <a:solidFill>
            <a:srgbClr val="2E6B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6140" y="2010073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06140" y="2470398"/>
            <a:ext cx="2331720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based on facts? Who researched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0" y="1819573"/>
            <a:ext cx="2667000" cy="1473398"/>
          </a:xfrm>
          <a:prstGeom prst="roundRect">
            <a:avLst>
              <a:gd name="adj" fmla="val 8620"/>
            </a:avLst>
          </a:prstGeom>
          <a:solidFill>
            <a:srgbClr val="D6E4F7"/>
          </a:solidFill>
          <a:ln w="19050">
            <a:solidFill>
              <a:srgbClr val="1A3A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3071" y="2029123"/>
            <a:ext cx="229285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83071" y="2489448"/>
            <a:ext cx="229285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giving the message? Are they an expert?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High-Profile Messengers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61901"/>
            <a:ext cx="412590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media campaigns use 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Celebrities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933873"/>
            <a:ext cx="4045000" cy="6572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recognizable.</a:t>
            </a:r>
            <a:endParaRPr lang="en-US" sz="1500" dirty="0"/>
          </a:p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admire them.</a:t>
            </a:r>
            <a:endParaRPr lang="en-US" sz="1500" dirty="0"/>
          </a:p>
          <a:p>
            <a:pPr algn="l" marL="190500" indent="-190500"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a large "reach".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2794248"/>
            <a:ext cx="41259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But... are they always experts?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79900" y="958751"/>
            <a:ext cx="4083100" cy="3213050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19050">
            <a:solidFill>
              <a:srgbClr val="1A3A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77638" y="2026890"/>
            <a:ext cx="24876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[Endorsement Examples]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7638" y="2514451"/>
            <a:ext cx="2487623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Sporting stars with energy drinks,</a:t>
            </a:r>
            <a:endParaRPr lang="en-US" sz="1200" dirty="0"/>
          </a:p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with skin products,</a:t>
            </a:r>
            <a:endParaRPr lang="en-US" sz="1200" dirty="0"/>
          </a:p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Musicians with snacks.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Messengers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58751"/>
            <a:ext cx="2709267" cy="1170384"/>
          </a:xfrm>
          <a:prstGeom prst="roundRect">
            <a:avLst>
              <a:gd name="adj" fmla="val 10851"/>
            </a:avLst>
          </a:prstGeom>
          <a:noFill/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828" y="1104751"/>
            <a:ext cx="24656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7000" y="1434852"/>
            <a:ext cx="246561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Famous for being in movies, music, or social media. Often "well known" for their lifestyle.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7218" y="958751"/>
            <a:ext cx="2709416" cy="1170384"/>
          </a:xfrm>
          <a:prstGeom prst="roundRect">
            <a:avLst>
              <a:gd name="adj" fmla="val 10851"/>
            </a:avLst>
          </a:prstGeom>
          <a:noFill/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9044" y="1104751"/>
            <a:ext cx="24657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63218" y="1434852"/>
            <a:ext cx="246576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 has performed a brave or selfless act to help others.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53584" y="958751"/>
            <a:ext cx="2709267" cy="1170384"/>
          </a:xfrm>
          <a:prstGeom prst="roundRect">
            <a:avLst>
              <a:gd name="adj" fmla="val 10851"/>
            </a:avLst>
          </a:prstGeom>
          <a:noFill/>
          <a:ln w="19050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5412" y="1104751"/>
            <a:ext cx="24656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9584" y="1434852"/>
            <a:ext cx="246561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whose character and behaviour you want to copy in your own life.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2319635"/>
            <a:ext cx="8382000" cy="497681"/>
          </a:xfrm>
          <a:prstGeom prst="roundRect">
            <a:avLst>
              <a:gd name="adj" fmla="val 25518"/>
            </a:avLst>
          </a:prstGeom>
          <a:solidFill>
            <a:srgbClr val="D6E4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6669" y="2446586"/>
            <a:ext cx="82906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be all three?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4375" y="1959025"/>
            <a:ext cx="7715101" cy="1930301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 w="47625">
            <a:solidFill>
              <a:srgbClr val="2E6BC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9601" y="2324100"/>
            <a:ext cx="71246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health messages from high-profile people influence YOUR choices?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9601" y="3105150"/>
            <a:ext cx="71246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 The food you eat, the sports you play, the products you buy, and how you treat others.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967061"/>
            <a:ext cx="38764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6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522637"/>
            <a:ext cx="3800475" cy="11555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5 activities.</a:t>
            </a:r>
            <a:endParaRPr lang="en-US" sz="16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with your examples.</a:t>
            </a:r>
            <a:endParaRPr lang="en-US" sz="16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critically about the "Messenger".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62475" y="1581150"/>
            <a:ext cx="4200525" cy="2686050"/>
          </a:xfrm>
          <a:prstGeom prst="roundRect">
            <a:avLst>
              <a:gd name="adj" fmla="val 4728"/>
            </a:avLst>
          </a:prstGeom>
          <a:solidFill>
            <a:srgbClr val="F0F4F8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8268" y="2433638"/>
            <a:ext cx="150893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08268" y="3090863"/>
            <a:ext cx="1508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Worksheet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6970" y="1421606"/>
            <a:ext cx="59100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55832" y="2135981"/>
            <a:ext cx="5832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messages are everywhere.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5832" y="2440781"/>
            <a:ext cx="5832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uses high-profile people to grab our attention.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5832" y="2745581"/>
            <a:ext cx="5832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the Purpose, Information, and Messenger!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74912" y="3266182"/>
            <a:ext cx="5794177" cy="762000"/>
          </a:xfrm>
          <a:prstGeom prst="roundRect">
            <a:avLst>
              <a:gd name="adj" fmla="val 16667"/>
            </a:avLst>
          </a:prstGeom>
          <a:solidFill>
            <a:srgbClr val="2E6BC6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63883" y="3513832"/>
            <a:ext cx="5016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next lesson!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Influences Me? - Lesson 1</dc:title>
  <dc:subject>PptxGenJS Presentation</dc:subject>
  <dc:creator>Joshua AI</dc:creator>
  <cp:lastModifiedBy>Joshua AI</cp:lastModifiedBy>
  <cp:revision>1</cp:revision>
  <dcterms:created xsi:type="dcterms:W3CDTF">2026-04-22T00:09:22Z</dcterms:created>
  <dcterms:modified xsi:type="dcterms:W3CDTF">2026-04-22T00:09:22Z</dcterms:modified>
</cp:coreProperties>
</file>