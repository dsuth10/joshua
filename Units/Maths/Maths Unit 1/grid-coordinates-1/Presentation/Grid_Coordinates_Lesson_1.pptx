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63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2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429" y="1703933"/>
            <a:ext cx="825908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COORDINATES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072408" y="2834134"/>
            <a:ext cx="30591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031950" y="4407098"/>
            <a:ext cx="5079950" cy="101501"/>
          </a:xfrm>
          <a:prstGeom prst="roundRect">
            <a:avLst>
              <a:gd name="adj" fmla="val 50049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412825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992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39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019151"/>
            <a:ext cx="8128099" cy="1473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can identify the X and Y axes.</a:t>
            </a:r>
            <a:endParaRPr lang="en-US" sz="2000" dirty="0"/>
          </a:p>
          <a:p>
            <a:pPr marL="190500" indent="-190500" algn="l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can remember the "Run then Jump" rule.</a:t>
            </a:r>
            <a:endParaRPr lang="en-US" sz="2000" dirty="0"/>
          </a:p>
          <a:p>
            <a:pPr marL="190500" indent="-190500" algn="l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can find coordinates (x, y) on a grid.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12068"/>
            <a:ext cx="4145331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50" y="1667768"/>
            <a:ext cx="414533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can jump up to the stars...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2449711"/>
            <a:ext cx="4064050" cy="2200870"/>
          </a:xfrm>
          <a:prstGeom prst="rect">
            <a:avLst/>
          </a:prstGeom>
          <a:solidFill>
            <a:srgbClr val="393E4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24375" y="2449711"/>
            <a:ext cx="0" cy="220087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61851" y="2703612"/>
            <a:ext cx="353021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before you JUMP!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3335387"/>
            <a:ext cx="3530218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(X-axis)</a:t>
            </a:r>
            <a:endParaRPr lang="en-US" sz="2200" dirty="0"/>
          </a:p>
          <a:p>
            <a:pPr marL="0" indent="0" algn="l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(Y-axis)</a:t>
            </a:r>
            <a:endParaRPr lang="en-US" sz="2200" dirty="0"/>
          </a:p>
        </p:txBody>
      </p:sp>
      <p:pic>
        <p:nvPicPr>
          <p:cNvPr id="8" name="Image 0" descr="C:/Users/dsuth/Documents/Joshua/Units/Maths/Maths_Unit_1/grid-coordinates-1/Presentation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50" y="984200"/>
            <a:ext cx="317495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Documents/Joshua/Units/Maths/Maths_Unit_1/grid-coordinates-1/Presentation/grid_backgroun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C:/Users/dsuth/Documents/Joshua/Units/Maths/Maths_Unit_1/grid-coordinates-1/Presentation/trea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99" y="2540049"/>
            <a:ext cx="634901" cy="634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08200" y="274587"/>
            <a:ext cx="32126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Treasure Hunt!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168949" y="374599"/>
            <a:ext cx="3212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loot?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994350" y="698450"/>
            <a:ext cx="3149650" cy="2136577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/>
          <a:effectLst>
            <a:outerShdw blurRad="190500" dist="635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184850" y="888950"/>
            <a:ext cx="2824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 3 steps across.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4850" y="1190476"/>
            <a:ext cx="2824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6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Jump 2 steps up.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03189" y="1555551"/>
            <a:ext cx="282402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4000"/>
              </a:spcAft>
              <a:buNone/>
            </a:pPr>
            <a:r>
              <a:rPr lang="en-US" sz="4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</a:t>
            </a:r>
            <a:r>
              <a:rPr lang="en-US" sz="4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4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</a:t>
            </a:r>
            <a:r>
              <a:rPr lang="en-US" sz="40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40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Documents/Joshua/Units/Maths/Maths_Unit_1/grid-coordinates-1/Presentation/grid_backgroun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64"/>
            <a:ext cx="9144000" cy="5143500"/>
          </a:xfrm>
          <a:prstGeom prst="rect">
            <a:avLst/>
          </a:prstGeom>
        </p:spPr>
      </p:pic>
      <p:pic>
        <p:nvPicPr>
          <p:cNvPr id="3" name="Image 1" descr="C:/Users/dsuth/Documents/Joshua/Units/Maths/Maths_Unit_1/grid-coordinates-1/Presentation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850975"/>
            <a:ext cx="762000" cy="76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73757" y="228599"/>
            <a:ext cx="32126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Moon!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092700" y="326975"/>
            <a:ext cx="3212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Rocket coordinates?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6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6654" y="1700213"/>
            <a:ext cx="321355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188839" y="2678013"/>
            <a:ext cx="6901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hunt for coordinates on your sheet.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130</Words>
  <Application>Microsoft Office PowerPoint</Application>
  <PresentationFormat>On-screen Show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Coordinates Lesson 1</dc:title>
  <dc:subject>PptxGenJS Presentation</dc:subject>
  <dc:creator>Antigravity AI</dc:creator>
  <cp:lastModifiedBy>SUTHERLAND, Douglas (dsuth10)</cp:lastModifiedBy>
  <cp:revision>2</cp:revision>
  <dcterms:created xsi:type="dcterms:W3CDTF">2026-03-11T22:09:21Z</dcterms:created>
  <dcterms:modified xsi:type="dcterms:W3CDTF">2026-03-11T22:22:16Z</dcterms:modified>
</cp:coreProperties>
</file>