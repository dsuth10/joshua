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5180" y="1764804"/>
            <a:ext cx="4293492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It to Solve It!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9403" y="2517279"/>
            <a:ext cx="2725046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10"/>
              </a:lnSpc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Maths Unit 2 • Lesson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5686" y="3039070"/>
            <a:ext cx="805248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5"/>
              </a:lnSpc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VISUALISING NATURAL DISASTER WORD PROBLEMS ON WHITEBOARDS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4401" y="556766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Draw the Problem?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308050"/>
            <a:ext cx="3962400" cy="1414463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2501" y="1308050"/>
            <a:ext cx="0" cy="1414462"/>
          </a:xfrm>
          <a:prstGeom prst="line">
            <a:avLst/>
          </a:prstGeom>
          <a:noFill/>
          <a:ln w="76200">
            <a:solidFill>
              <a:srgbClr val="17A5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498550"/>
            <a:ext cx="3575304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word problem is a story first!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1101" y="1814066"/>
            <a:ext cx="3575304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doing any addition, subtraction, multiplication, or division, we must understand the action taking place in that story.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4401" y="2849463"/>
            <a:ext cx="3962400" cy="1653778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82501" y="2849463"/>
            <a:ext cx="0" cy="1653778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101" y="3039963"/>
            <a:ext cx="3575304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 draw it, you understand it.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1101" y="3355479"/>
            <a:ext cx="3575304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whiteboard is a sketchpad to show the people, the objects, and the mathematical action (distributing, taking away, grouping, or combining).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37199" y="1931491"/>
            <a:ext cx="3962400" cy="2075408"/>
          </a:xfrm>
          <a:prstGeom prst="roundRect">
            <a:avLst>
              <a:gd name="adj" fmla="val 4895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75299" y="1931491"/>
            <a:ext cx="0" cy="2075408"/>
          </a:xfrm>
          <a:prstGeom prst="line">
            <a:avLst/>
          </a:prstGeom>
          <a:noFill/>
          <a:ln w="762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7300" y="2121991"/>
            <a:ext cx="34459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 Today: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67300" y="2433042"/>
            <a:ext cx="3378398" cy="131995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natural disaster scenario.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people, items, and action.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numbers on the diagram.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number sentence.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picture to your partner.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1: DIVISION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4401" y="556766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Jeffrey's Canned Beans (Flood Relief)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176040"/>
            <a:ext cx="3714750" cy="1605260"/>
          </a:xfrm>
          <a:prstGeom prst="roundRect">
            <a:avLst>
              <a:gd name="adj" fmla="val 47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2501" y="1176040"/>
            <a:ext cx="0" cy="1605260"/>
          </a:xfrm>
          <a:prstGeom prst="line">
            <a:avLst/>
          </a:prstGeom>
          <a:noFill/>
          <a:ln w="76200">
            <a:solidFill>
              <a:srgbClr val="17A5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366540"/>
            <a:ext cx="332270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Scenario: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1101" y="1707356"/>
            <a:ext cx="3322701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800"/>
              </a:spcBef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"Jeffrey is a disaster relief worker. He has 6 cans of beans to share equally between 3 flood survivors. How many cans does each survivor receive?"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401" y="2908250"/>
            <a:ext cx="3714750" cy="172700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82501" y="2908250"/>
            <a:ext cx="0" cy="1727002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101" y="3098750"/>
            <a:ext cx="332270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the Action: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1101" y="3401467"/>
            <a:ext cx="3257550" cy="97988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group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(6 cans of beans).</a:t>
            </a:r>
            <a:endParaRPr lang="en-US" sz="1200" dirty="0"/>
          </a:p>
          <a:p>
            <a:pPr algn="l" marL="88900" indent="-889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out equally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3 different groups.</a:t>
            </a:r>
            <a:endParaRPr lang="en-US" sz="1200" dirty="0"/>
          </a:p>
          <a:p>
            <a:pPr algn="l" marL="88900" indent="-889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Splitting a whole into equal parts =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pic>
        <p:nvPicPr>
          <p:cNvPr id="12" name="Image 0" descr="C:/Users/dsuth/Documents/Joshua/Units/Maths/Maths_Unit_2/Lesson_11/build/diagram_div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2475" y="1927771"/>
            <a:ext cx="4146649" cy="2082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BREAKDOWN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4401" y="556766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Draw Division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536650"/>
            <a:ext cx="4127599" cy="2865090"/>
          </a:xfrm>
          <a:prstGeom prst="roundRect">
            <a:avLst>
              <a:gd name="adj" fmla="val 354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2501" y="1536650"/>
            <a:ext cx="0" cy="2865090"/>
          </a:xfrm>
          <a:prstGeom prst="line">
            <a:avLst/>
          </a:prstGeom>
          <a:noFill/>
          <a:ln w="762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4502" y="1727150"/>
            <a:ext cx="36144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to Draw on your Whiteboard: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4502" y="2038201"/>
            <a:ext cx="3543598" cy="210963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Starter (The Giver):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Sketch Jeffrey and the 6 cans of beans together.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Receivers: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Draw 3 separate survivor figures.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Action (Arrows):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 the beans and draw sharing arrows from the beans to each person.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and Write: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Label how many beans each person got (2). Write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÷ 3 = 2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07347" y="2010519"/>
            <a:ext cx="3269605" cy="1790402"/>
          </a:xfrm>
          <a:prstGeom prst="roundRect">
            <a:avLst>
              <a:gd name="adj" fmla="val 4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45447" y="2010519"/>
            <a:ext cx="0" cy="1790402"/>
          </a:xfrm>
          <a:prstGeom prst="line">
            <a:avLst/>
          </a:prstGeom>
          <a:noFill/>
          <a:ln w="762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74047" y="2201019"/>
            <a:ext cx="286865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Whiteboard Check: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74047" y="2503736"/>
            <a:ext cx="2812405" cy="104328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draw 6 items?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draw 3 target groups?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divide them evenly?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your final answer labelled (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cans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2: MULTIPLICATION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4401" y="556766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Supply Trucks (Equal Groups)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179909"/>
            <a:ext cx="3714750" cy="1384399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2501" y="1179909"/>
            <a:ext cx="0" cy="1384399"/>
          </a:xfrm>
          <a:prstGeom prst="line">
            <a:avLst/>
          </a:prstGeom>
          <a:noFill/>
          <a:ln w="76200">
            <a:solidFill>
              <a:srgbClr val="17A5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370409"/>
            <a:ext cx="332270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Scenario: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1101" y="1711226"/>
            <a:ext cx="3322701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800"/>
              </a:spcBef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"After the flood, 4 emergency supply trucks each carried 8 food packs to the disaster zone. How many food packs arrived in total?"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401" y="2691259"/>
            <a:ext cx="3714750" cy="1940272"/>
          </a:xfrm>
          <a:prstGeom prst="roundRect">
            <a:avLst>
              <a:gd name="adj" fmla="val 3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82501" y="2691259"/>
            <a:ext cx="0" cy="1940272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101" y="2881759"/>
            <a:ext cx="332270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the Action: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1101" y="3184475"/>
            <a:ext cx="3257550" cy="119315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trucks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(4 groups).</a:t>
            </a:r>
            <a:endParaRPr lang="en-US" sz="1200" dirty="0"/>
          </a:p>
          <a:p>
            <a:pPr algn="l" marL="88900" indent="-889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truck has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8 packs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(equal items per group).</a:t>
            </a:r>
            <a:endParaRPr lang="en-US" sz="1200" dirty="0"/>
          </a:p>
          <a:p>
            <a:pPr algn="l" marL="88900" indent="-889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Repeated addition of equal groups =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Multiplication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pic>
        <p:nvPicPr>
          <p:cNvPr id="12" name="Image 0" descr="C:/Users/dsuth/Documents/Joshua/Units/Maths/Maths_Unit_2/Lesson_11/build/diagram_multipl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2475" y="1927771"/>
            <a:ext cx="4146649" cy="2082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BREAKDOWN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4401" y="556766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Draw Multiplication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643211"/>
            <a:ext cx="4127599" cy="2651820"/>
          </a:xfrm>
          <a:prstGeom prst="roundRect">
            <a:avLst>
              <a:gd name="adj" fmla="val 3831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2501" y="1643211"/>
            <a:ext cx="0" cy="2651820"/>
          </a:xfrm>
          <a:prstGeom prst="line">
            <a:avLst/>
          </a:prstGeom>
          <a:noFill/>
          <a:ln w="762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4502" y="1833711"/>
            <a:ext cx="36144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to Draw on your Whiteboard: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4502" y="2144762"/>
            <a:ext cx="3543598" cy="189636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Groups: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Sketch 4 simple trucks (rectangles with wheels are perfect!).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Items inside: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Draw 8 small box shapes inside/near each truck.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the Quantities: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"8" under each truck to represent the equal quantity.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Total Bracket: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Bracket them together and write the sum: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8 = 32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2664" y="2010519"/>
            <a:ext cx="3439120" cy="1790402"/>
          </a:xfrm>
          <a:prstGeom prst="roundRect">
            <a:avLst>
              <a:gd name="adj" fmla="val 4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160764" y="2010519"/>
            <a:ext cx="0" cy="1790402"/>
          </a:xfrm>
          <a:prstGeom prst="line">
            <a:avLst/>
          </a:prstGeom>
          <a:noFill/>
          <a:ln w="762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89364" y="2201019"/>
            <a:ext cx="3041559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Whiteboard Check: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89364" y="2503736"/>
            <a:ext cx="2981920" cy="104328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all your groups equal (8 in each)?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have exactly 4 groups?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label the numbers?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your final answer labelled (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packs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3: SUBTRACTION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4401" y="556766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Bushfire Water Reserves (Taking Away)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176040"/>
            <a:ext cx="3714750" cy="1605260"/>
          </a:xfrm>
          <a:prstGeom prst="roundRect">
            <a:avLst>
              <a:gd name="adj" fmla="val 47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2501" y="1176040"/>
            <a:ext cx="0" cy="1605260"/>
          </a:xfrm>
          <a:prstGeom prst="line">
            <a:avLst/>
          </a:prstGeom>
          <a:noFill/>
          <a:ln w="76200">
            <a:solidFill>
              <a:srgbClr val="17A5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366540"/>
            <a:ext cx="332270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Scenario: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1101" y="1707356"/>
            <a:ext cx="3322701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800"/>
              </a:spcBef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"Before the bushfire, the town's reserve tank held 120 litres of water. After three days of firefighting, 74 litres had been used. How much water remains in the tank?"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401" y="2908250"/>
            <a:ext cx="3714750" cy="172700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82501" y="2908250"/>
            <a:ext cx="0" cy="1727002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101" y="3098750"/>
            <a:ext cx="332270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the Action: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1101" y="3401467"/>
            <a:ext cx="3257550" cy="97988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with a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amount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(120 Litres).</a:t>
            </a:r>
            <a:endParaRPr lang="en-US" sz="1200" dirty="0"/>
          </a:p>
          <a:p>
            <a:pPr algn="l" marL="88900" indent="-889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take a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it away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(74 Litres used).</a:t>
            </a:r>
            <a:endParaRPr lang="en-US" sz="1200" dirty="0"/>
          </a:p>
          <a:p>
            <a:pPr algn="l" marL="88900" indent="-889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Removing a part to find what is left =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Subtraction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pic>
        <p:nvPicPr>
          <p:cNvPr id="12" name="Image 0" descr="C:/Users/dsuth/Documents/Joshua/Units/Maths/Maths_Unit_2/Lesson_11/build/diagram_subtr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2475" y="1927771"/>
            <a:ext cx="4146649" cy="2082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BREAKDOWN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4401" y="556766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Draw Subtraction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536650"/>
            <a:ext cx="4127599" cy="2865090"/>
          </a:xfrm>
          <a:prstGeom prst="roundRect">
            <a:avLst>
              <a:gd name="adj" fmla="val 354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2501" y="1536650"/>
            <a:ext cx="0" cy="2865090"/>
          </a:xfrm>
          <a:prstGeom prst="line">
            <a:avLst/>
          </a:prstGeom>
          <a:noFill/>
          <a:ln w="762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4502" y="1727150"/>
            <a:ext cx="36144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to Draw on your Whiteboard: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4502" y="2038201"/>
            <a:ext cx="3543598" cy="210963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Whole (The Tank):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Draw a big box/cylinder and label the side "120 L".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Part Taken: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Partition the tank. Shade/cross out the top part and label it "74 L used".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the Unknown Part: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Put a "?" in the unshaded bottom part.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Math sentence: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Solve for the remaining part: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120 − 74 = 46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84849" y="1903809"/>
            <a:ext cx="3714750" cy="2003673"/>
          </a:xfrm>
          <a:prstGeom prst="roundRect">
            <a:avLst>
              <a:gd name="adj" fmla="val 3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22949" y="1903809"/>
            <a:ext cx="0" cy="2003673"/>
          </a:xfrm>
          <a:prstGeom prst="line">
            <a:avLst/>
          </a:prstGeom>
          <a:noFill/>
          <a:ln w="762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1549" y="2094309"/>
            <a:ext cx="332270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Whiteboard Check: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51549" y="2397026"/>
            <a:ext cx="3257550" cy="125655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start with the full amount (120)?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clearly separate the part taken away?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remaining part labeled "? remains"?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your final answer labelled (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litres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4: ADDITION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4401" y="556766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Evacuation (Combining Groups)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286470"/>
            <a:ext cx="3714750" cy="1384399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2501" y="1286470"/>
            <a:ext cx="0" cy="1384399"/>
          </a:xfrm>
          <a:prstGeom prst="line">
            <a:avLst/>
          </a:prstGeom>
          <a:noFill/>
          <a:ln w="76200">
            <a:solidFill>
              <a:srgbClr val="17A5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476970"/>
            <a:ext cx="332270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Scenario: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1101" y="1817787"/>
            <a:ext cx="3322701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800"/>
              </a:spcBef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"Team A rescued 23 survivors from the cyclone damage. Team B rescued 18 survivors. How many survivors were rescued altogether?"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401" y="2797820"/>
            <a:ext cx="3714750" cy="172700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82501" y="2797820"/>
            <a:ext cx="0" cy="1727002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101" y="2988320"/>
            <a:ext cx="332270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the Action: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1101" y="3291036"/>
            <a:ext cx="3257550" cy="97988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separate parts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(23 and 18).</a:t>
            </a:r>
            <a:endParaRPr lang="en-US" sz="1200" dirty="0"/>
          </a:p>
          <a:p>
            <a:pPr algn="l" marL="88900" indent="-889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to find the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combined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amount.</a:t>
            </a:r>
            <a:endParaRPr lang="en-US" sz="1200" dirty="0"/>
          </a:p>
          <a:p>
            <a:pPr algn="l" marL="88900" indent="-889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Putting two unequal groups together =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pic>
        <p:nvPicPr>
          <p:cNvPr id="12" name="Image 0" descr="C:/Users/dsuth/Documents/Joshua/Units/Maths/Maths_Unit_2/Lesson_11/build/diagram_add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2475" y="1927771"/>
            <a:ext cx="4146649" cy="2082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BREAKDOWN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4401" y="556766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Draw Addition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536650"/>
            <a:ext cx="4127599" cy="2865090"/>
          </a:xfrm>
          <a:prstGeom prst="roundRect">
            <a:avLst>
              <a:gd name="adj" fmla="val 354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2501" y="1536650"/>
            <a:ext cx="0" cy="2865090"/>
          </a:xfrm>
          <a:prstGeom prst="line">
            <a:avLst/>
          </a:prstGeom>
          <a:noFill/>
          <a:ln w="762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4502" y="1727150"/>
            <a:ext cx="36144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to Draw on your Whiteboard: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4502" y="2038201"/>
            <a:ext cx="3543598" cy="210963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Parts: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Draw two separate boxes or circles side-by-side.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the Groups: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Label one "Team A: 23" and the other "Team B: 18".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Action (Combine):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Draw arrows from both circles leading down into a larger "Altogether" container.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Math sentence: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Calculate the sum: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+ 18 = 41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84849" y="1797248"/>
            <a:ext cx="3714750" cy="2216944"/>
          </a:xfrm>
          <a:prstGeom prst="roundRect">
            <a:avLst>
              <a:gd name="adj" fmla="val 34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22949" y="1797248"/>
            <a:ext cx="0" cy="2216944"/>
          </a:xfrm>
          <a:prstGeom prst="line">
            <a:avLst/>
          </a:prstGeom>
          <a:noFill/>
          <a:ln w="762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1549" y="1987748"/>
            <a:ext cx="332270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Whiteboard Check: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51549" y="2290465"/>
            <a:ext cx="3257550" cy="146982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keep the two starter groups separate at first?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draw arrows showing them combining?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label both numbers?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your final answer labelled (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survivors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TIME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4401" y="556766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 (Pair Whiteboard Practice)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879402"/>
            <a:ext cx="3962400" cy="2052637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2501" y="1879402"/>
            <a:ext cx="0" cy="2052637"/>
          </a:xfrm>
          <a:prstGeom prst="line">
            <a:avLst/>
          </a:prstGeom>
          <a:noFill/>
          <a:ln w="76200">
            <a:solidFill>
              <a:srgbClr val="F1C4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2069902"/>
            <a:ext cx="3575304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1101" y="2372618"/>
            <a:ext cx="3575304" cy="1368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500"/>
              </a:spcBef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Work in pairs. Take a </a:t>
            </a:r>
            <a:pPr algn="l" indent="0" marL="0">
              <a:lnSpc>
                <a:spcPts val="1540"/>
              </a:lnSpc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Card</a:t>
            </a:r>
            <a:pPr algn="l" indent="0" marL="0">
              <a:lnSpc>
                <a:spcPts val="1540"/>
              </a:lnSpc>
              <a:spcBef>
                <a:spcPts val="500"/>
              </a:spcBef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  <a:p>
            <a:pPr algn="l" indent="0" marL="0">
              <a:lnSpc>
                <a:spcPts val="1540"/>
              </a:lnSpc>
              <a:spcBef>
                <a:spcPts val="500"/>
              </a:spcBef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 **Partner A:** Draw the scenario on the whiteboard. Focus on the action (people, items, movement).</a:t>
            </a:r>
            <a:endParaRPr lang="en-US" sz="1100" dirty="0"/>
          </a:p>
          <a:p>
            <a:pPr algn="l" indent="0" marL="0">
              <a:lnSpc>
                <a:spcPts val="1540"/>
              </a:lnSpc>
              <a:spcBef>
                <a:spcPts val="500"/>
              </a:spcBef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 **Partner B:** Identify the operation (+, −, ×, ÷) and write the matching number sentence below the drawing.</a:t>
            </a:r>
            <a:endParaRPr lang="en-US" sz="1100" dirty="0"/>
          </a:p>
          <a:p>
            <a:pPr algn="l" indent="0" marL="0">
              <a:lnSpc>
                <a:spcPts val="1540"/>
              </a:lnSpc>
              <a:spcBef>
                <a:spcPts val="500"/>
              </a:spcBef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4. **Both:** Explain your choices to each other, erase, and swap roles!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37199" y="1856482"/>
            <a:ext cx="3962400" cy="2225278"/>
          </a:xfrm>
          <a:prstGeom prst="roundRect">
            <a:avLst>
              <a:gd name="adj" fmla="val 4566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75299" y="1856482"/>
            <a:ext cx="0" cy="2225278"/>
          </a:xfrm>
          <a:prstGeom prst="line">
            <a:avLst/>
          </a:prstGeom>
          <a:noFill/>
          <a:ln w="76200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67300" y="2046982"/>
            <a:ext cx="34459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 Quality Guide: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67300" y="2358033"/>
            <a:ext cx="3378398" cy="1469827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simple blocks, circles, or stick figures.</a:t>
            </a:r>
            <a:endParaRPr lang="en-US" sz="1200" dirty="0"/>
          </a:p>
          <a:p>
            <a:pPr algn="l" marL="95250" indent="-9525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arrows to show sharing, taking away, or combining.</a:t>
            </a:r>
            <a:endParaRPr lang="en-US" sz="1200" dirty="0"/>
          </a:p>
          <a:p>
            <a:pPr algn="l" marL="95250" indent="-9525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all numbers in the drawing.</a:t>
            </a:r>
            <a:endParaRPr lang="en-US" sz="1200" dirty="0"/>
          </a:p>
          <a:p>
            <a:pPr algn="l" marL="95250" indent="-95250">
              <a:lnSpc>
                <a:spcPts val="168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the operation symbol clearly at the bottom.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58598" y="1119039"/>
            <a:ext cx="642680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Reflecting on our Diagrams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117166" y="1871514"/>
            <a:ext cx="4909667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10"/>
              </a:lnSpc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did your whiteboard drawing help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0701" y="2456855"/>
            <a:ext cx="3251299" cy="1567458"/>
          </a:xfrm>
          <a:prstGeom prst="roundRect">
            <a:avLst>
              <a:gd name="adj" fmla="val 486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11201" y="2647355"/>
            <a:ext cx="292770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picture is your proof!"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11201" y="2988171"/>
            <a:ext cx="2927705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8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stuck on a word problem, don't guess. Draw the characters, draw the items, and do what the story tells you to do.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2456855"/>
            <a:ext cx="3251150" cy="1567458"/>
          </a:xfrm>
          <a:prstGeom prst="roundRect">
            <a:avLst>
              <a:gd name="adj" fmla="val 486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0" y="2647355"/>
            <a:ext cx="292755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is Caring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62500" y="2988171"/>
            <a:ext cx="2927553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8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your drawings to your peers! Speaking mathematically builds your brain's connection to word problems.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2026-05-17T22:07:22Z</dcterms:created>
  <dcterms:modified xsi:type="dcterms:W3CDTF">2026-05-17T22:07:22Z</dcterms:modified>
</cp:coreProperties>
</file>