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67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1440" y="1650950"/>
            <a:ext cx="932688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12: Planning a Fundraiser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-91440" y="2397026"/>
            <a:ext cx="9326880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Maths Unit 2 • Financial Modelling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348782" y="3278088"/>
            <a:ext cx="2446437" cy="0"/>
          </a:xfrm>
          <a:prstGeom prst="line">
            <a:avLst/>
          </a:prstGeom>
          <a:noFill/>
          <a:ln w="9525">
            <a:solidFill>
              <a:srgbClr val="48BB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24317" y="3409801"/>
            <a:ext cx="249536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Mathematics • AC9M5N09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276749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"Big Three" Vocabulary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6950" y="911126"/>
            <a:ext cx="8890099" cy="410542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6975" y="1111151"/>
            <a:ext cx="8490049" cy="783282"/>
          </a:xfrm>
          <a:prstGeom prst="roundRect">
            <a:avLst>
              <a:gd name="adj" fmla="val 6486"/>
            </a:avLst>
          </a:prstGeom>
          <a:solidFill>
            <a:srgbClr val="EBF9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55550" y="1111151"/>
            <a:ext cx="0" cy="783282"/>
          </a:xfrm>
          <a:prstGeom prst="line">
            <a:avLst/>
          </a:prstGeom>
          <a:noFill/>
          <a:ln w="5715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1076" y="1238101"/>
            <a:ext cx="834257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Income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1076" y="1528167"/>
            <a:ext cx="834257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total money you receive from people paying for your activity. (Money IN)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6975" y="1995934"/>
            <a:ext cx="8490049" cy="783282"/>
          </a:xfrm>
          <a:prstGeom prst="roundRect">
            <a:avLst>
              <a:gd name="adj" fmla="val 6486"/>
            </a:avLst>
          </a:prstGeom>
          <a:solidFill>
            <a:srgbClr val="EBF9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55550" y="1995934"/>
            <a:ext cx="0" cy="783282"/>
          </a:xfrm>
          <a:prstGeom prst="line">
            <a:avLst/>
          </a:prstGeom>
          <a:noFill/>
          <a:ln w="57150">
            <a:solidFill>
              <a:srgbClr val="38A1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1076" y="2122884"/>
            <a:ext cx="834257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Expenses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1076" y="2412950"/>
            <a:ext cx="834257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you have to spend to buy ingredients, supplies, or equipment. (Money OUT)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975" y="2880717"/>
            <a:ext cx="8490049" cy="1149548"/>
          </a:xfrm>
          <a:prstGeom prst="roundRect">
            <a:avLst>
              <a:gd name="adj" fmla="val 4419"/>
            </a:avLst>
          </a:prstGeom>
          <a:solidFill>
            <a:srgbClr val="FFFA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5550" y="2880717"/>
            <a:ext cx="0" cy="1149548"/>
          </a:xfrm>
          <a:prstGeom prst="line">
            <a:avLst/>
          </a:prstGeom>
          <a:noFill/>
          <a:ln w="57150">
            <a:solidFill>
              <a:srgbClr val="ED89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076" y="3007668"/>
            <a:ext cx="834257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Profit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1076" y="3297734"/>
            <a:ext cx="834257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left over for your goal after you have paid all your expenses.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286" y="3664000"/>
            <a:ext cx="834257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- Expenses = Profit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276749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Sausage Sizzle Modelling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6950" y="911126"/>
            <a:ext cx="8890099" cy="410542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6975" y="1111151"/>
            <a:ext cx="865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UNDERSTAND 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6975" y="1567458"/>
            <a:ext cx="8490049" cy="71794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Goal:</a:t>
            </a:r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Raise money for Year 5 Camp.</a:t>
            </a:r>
            <a:endParaRPr lang="en-US" sz="1300" dirty="0"/>
          </a:p>
          <a:p>
            <a:pPr algn="l" marL="127000" indent="-127000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know:</a:t>
            </a:r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There are 150 students. Sausages cost $1.20 each to buy.</a:t>
            </a:r>
            <a:endParaRPr lang="en-US" sz="1300" dirty="0"/>
          </a:p>
          <a:p>
            <a:pPr algn="l" marL="127000" indent="-127000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Decision:</a:t>
            </a:r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will sell sausages for $3.00 each.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6975" y="2475905"/>
            <a:ext cx="8490049" cy="657820"/>
          </a:xfrm>
          <a:prstGeom prst="roundRect">
            <a:avLst>
              <a:gd name="adj" fmla="val 15445"/>
            </a:avLst>
          </a:prstGeom>
          <a:solidFill>
            <a:srgbClr val="F7FAFC"/>
          </a:solidFill>
          <a:ln w="9525">
            <a:solidFill>
              <a:srgbClr val="CBD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7000" y="2675930"/>
            <a:ext cx="8251799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everyone buys one sausage, will we make enough money?"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276749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Sausage Sizzle Modelling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6950" y="911126"/>
            <a:ext cx="8890099" cy="410542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6975" y="1111151"/>
            <a:ext cx="865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PLAN &amp; SOLVE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6975" y="1567458"/>
            <a:ext cx="4149775" cy="1304032"/>
          </a:xfrm>
          <a:prstGeom prst="roundRect">
            <a:avLst>
              <a:gd name="adj" fmla="val 7791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9375" y="1719858"/>
            <a:ext cx="39218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Income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9375" y="2021384"/>
            <a:ext cx="3921874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students x $3.00 per sausage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9375" y="2387650"/>
            <a:ext cx="3921874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Income: $450.00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7250" y="1567458"/>
            <a:ext cx="4149775" cy="1304032"/>
          </a:xfrm>
          <a:prstGeom prst="roundRect">
            <a:avLst>
              <a:gd name="adj" fmla="val 7791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650" y="1719858"/>
            <a:ext cx="39218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Expenses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19650" y="2021384"/>
            <a:ext cx="3921874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x $1.20 (sausage + bread + sauce)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9650" y="2387650"/>
            <a:ext cx="3921874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Expenses: $180.00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6975" y="3061990"/>
            <a:ext cx="8490049" cy="746671"/>
          </a:xfrm>
          <a:prstGeom prst="roundRect">
            <a:avLst>
              <a:gd name="adj" fmla="val 20411"/>
            </a:avLst>
          </a:prstGeom>
          <a:solidFill>
            <a:srgbClr val="2767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7523" y="3214390"/>
            <a:ext cx="8348954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8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$450.00 - $180.00 = </a:t>
            </a:r>
            <a:pPr algn="ctr" indent="0" marL="0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$270.00 PROFIT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7225"/>
          </a:xfrm>
          <a:prstGeom prst="rect">
            <a:avLst/>
          </a:prstGeom>
          <a:solidFill>
            <a:srgbClr val="276749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Task: Your Turn!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6950" y="911126"/>
            <a:ext cx="8890099" cy="410542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6975" y="1111151"/>
            <a:ext cx="865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Plan your Year 5 Camp Fundraiser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6975" y="1567458"/>
            <a:ext cx="4118074" cy="1457623"/>
          </a:xfrm>
          <a:prstGeom prst="roundRect">
            <a:avLst>
              <a:gd name="adj" fmla="val 6970"/>
            </a:avLst>
          </a:prstGeom>
          <a:solidFill>
            <a:srgbClr val="F0FFF4"/>
          </a:solidFill>
          <a:ln w="9525">
            <a:solidFill>
              <a:srgbClr val="C6F6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7000" y="1767483"/>
            <a:ext cx="37923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UNDERSTAND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7000" y="2107109"/>
            <a:ext cx="3718024" cy="717947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your activity?</a:t>
            </a:r>
            <a:endParaRPr lang="en-US" sz="1300" dirty="0"/>
          </a:p>
          <a:p>
            <a:pPr algn="l" marL="95250" indent="-95250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notice/wonder?</a:t>
            </a:r>
            <a:endParaRPr lang="en-US" sz="1300" dirty="0"/>
          </a:p>
          <a:p>
            <a:pPr algn="l" marL="95250" indent="-95250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info do you need to find out?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98950" y="1567458"/>
            <a:ext cx="4118074" cy="1457623"/>
          </a:xfrm>
          <a:prstGeom prst="roundRect">
            <a:avLst>
              <a:gd name="adj" fmla="val 6970"/>
            </a:avLst>
          </a:prstGeom>
          <a:solidFill>
            <a:srgbClr val="EBF8FF"/>
          </a:solidFill>
          <a:ln w="9525">
            <a:solidFill>
              <a:srgbClr val="BEE3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98975" y="1767483"/>
            <a:ext cx="37923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 &amp; SOLVE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8975" y="2107109"/>
            <a:ext cx="3718024" cy="717947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will you charge?</a:t>
            </a:r>
            <a:endParaRPr lang="en-US" sz="1300" dirty="0"/>
          </a:p>
          <a:p>
            <a:pPr algn="l" marL="95250" indent="-95250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items must you buy?</a:t>
            </a:r>
            <a:endParaRPr lang="en-US" sz="1300" dirty="0"/>
          </a:p>
          <a:p>
            <a:pPr algn="l" marL="95250" indent="-95250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your math: Profit = Income - Expenses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075" y="3215580"/>
            <a:ext cx="8659850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What if the weather is bad and only 50 students show up?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2026-05-17T22:08:16Z</dcterms:created>
  <dcterms:modified xsi:type="dcterms:W3CDTF">2026-05-17T22:08:16Z</dcterms:modified>
</cp:coreProperties>
</file>