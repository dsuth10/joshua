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914" autoAdjust="0"/>
  </p:normalViewPr>
  <p:slideViewPr>
    <p:cSldViewPr snapToGrid="0" snapToObjects="1">
      <p:cViewPr varScale="1">
        <p:scale>
          <a:sx n="87" d="100"/>
          <a:sy n="87" d="100"/>
        </p:scale>
        <p:origin x="105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D8B684-CEDA-4055-81CA-62C1A2722C9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00D6626-FA99-4B9E-B5AF-2B1161FA2187}">
      <dgm:prSet/>
      <dgm:spPr/>
      <dgm:t>
        <a:bodyPr/>
        <a:lstStyle/>
        <a:p>
          <a:r>
            <a:rPr lang="en-US"/>
            <a:t>Examples:</a:t>
          </a:r>
        </a:p>
      </dgm:t>
    </dgm:pt>
    <dgm:pt modelId="{E7C0D25E-44FF-4F7C-A9D2-F03CFDCB2F42}" type="parTrans" cxnId="{2FC7BF7D-F009-48BC-BAE8-EED6FD4A6B11}">
      <dgm:prSet/>
      <dgm:spPr/>
      <dgm:t>
        <a:bodyPr/>
        <a:lstStyle/>
        <a:p>
          <a:endParaRPr lang="en-US"/>
        </a:p>
      </dgm:t>
    </dgm:pt>
    <dgm:pt modelId="{D4F35F19-5AB2-4585-AFF5-2DCE3009A1A7}" type="sibTrans" cxnId="{2FC7BF7D-F009-48BC-BAE8-EED6FD4A6B11}">
      <dgm:prSet/>
      <dgm:spPr/>
      <dgm:t>
        <a:bodyPr/>
        <a:lstStyle/>
        <a:p>
          <a:endParaRPr lang="en-US"/>
        </a:p>
      </dgm:t>
    </dgm:pt>
    <dgm:pt modelId="{6F0AA919-A7D2-4496-AAF7-11A8113B7B81}">
      <dgm:prSet/>
      <dgm:spPr/>
      <dgm:t>
        <a:bodyPr/>
        <a:lstStyle/>
        <a:p>
          <a:r>
            <a:rPr lang="en-US"/>
            <a:t>37 -&gt; Look at the 7. It's 5 or more. Round up to 40.</a:t>
          </a:r>
        </a:p>
      </dgm:t>
    </dgm:pt>
    <dgm:pt modelId="{A4C092F6-52CF-47E1-8BBE-49CD2EB48FB4}" type="parTrans" cxnId="{7C8B621C-54E5-4C06-BC34-A16A5D6A0CD3}">
      <dgm:prSet/>
      <dgm:spPr/>
      <dgm:t>
        <a:bodyPr/>
        <a:lstStyle/>
        <a:p>
          <a:endParaRPr lang="en-US"/>
        </a:p>
      </dgm:t>
    </dgm:pt>
    <dgm:pt modelId="{011A803F-2110-45E6-98B4-76FB68BF1302}" type="sibTrans" cxnId="{7C8B621C-54E5-4C06-BC34-A16A5D6A0CD3}">
      <dgm:prSet/>
      <dgm:spPr/>
      <dgm:t>
        <a:bodyPr/>
        <a:lstStyle/>
        <a:p>
          <a:endParaRPr lang="en-US"/>
        </a:p>
      </dgm:t>
    </dgm:pt>
    <dgm:pt modelId="{945FCB7A-C9E1-447D-88DF-0E80303D3532}">
      <dgm:prSet/>
      <dgm:spPr/>
      <dgm:t>
        <a:bodyPr/>
        <a:lstStyle/>
        <a:p>
          <a:r>
            <a:rPr lang="en-US"/>
            <a:t>82 -&gt; Look at the 2. It's 4 or less. Stay at 80.</a:t>
          </a:r>
        </a:p>
      </dgm:t>
    </dgm:pt>
    <dgm:pt modelId="{C52A28BC-54A0-497C-8117-29BE298E12FC}" type="parTrans" cxnId="{5B04D2E7-FFEA-4743-8DC4-1F1D24DA0650}">
      <dgm:prSet/>
      <dgm:spPr/>
      <dgm:t>
        <a:bodyPr/>
        <a:lstStyle/>
        <a:p>
          <a:endParaRPr lang="en-US"/>
        </a:p>
      </dgm:t>
    </dgm:pt>
    <dgm:pt modelId="{37880842-8F4B-4304-BCAC-8D23EEAD10CD}" type="sibTrans" cxnId="{5B04D2E7-FFEA-4743-8DC4-1F1D24DA0650}">
      <dgm:prSet/>
      <dgm:spPr/>
      <dgm:t>
        <a:bodyPr/>
        <a:lstStyle/>
        <a:p>
          <a:endParaRPr lang="en-US"/>
        </a:p>
      </dgm:t>
    </dgm:pt>
    <dgm:pt modelId="{0A723512-EF32-4E6E-8237-1AF26FE9510B}">
      <dgm:prSet/>
      <dgm:spPr/>
      <dgm:t>
        <a:bodyPr/>
        <a:lstStyle/>
        <a:p>
          <a:r>
            <a:rPr lang="en-US"/>
            <a:t>1894 -&gt; Look at the 4. Stay at 1890.</a:t>
          </a:r>
        </a:p>
      </dgm:t>
    </dgm:pt>
    <dgm:pt modelId="{DC29F49D-230D-4D8F-807F-08C508F03202}" type="parTrans" cxnId="{729ECAB9-7E94-49A9-BA47-F52AEFFAF1B7}">
      <dgm:prSet/>
      <dgm:spPr/>
      <dgm:t>
        <a:bodyPr/>
        <a:lstStyle/>
        <a:p>
          <a:endParaRPr lang="en-US"/>
        </a:p>
      </dgm:t>
    </dgm:pt>
    <dgm:pt modelId="{6F76C2CC-99F1-4A61-B426-B9266148899C}" type="sibTrans" cxnId="{729ECAB9-7E94-49A9-BA47-F52AEFFAF1B7}">
      <dgm:prSet/>
      <dgm:spPr/>
      <dgm:t>
        <a:bodyPr/>
        <a:lstStyle/>
        <a:p>
          <a:endParaRPr lang="en-US"/>
        </a:p>
      </dgm:t>
    </dgm:pt>
    <dgm:pt modelId="{703D2882-1CBD-4E1F-A7B1-43E5D47016A4}">
      <dgm:prSet/>
      <dgm:spPr/>
      <dgm:t>
        <a:bodyPr/>
        <a:lstStyle/>
        <a:p>
          <a:r>
            <a:rPr lang="en-US" dirty="0"/>
            <a:t>1895 -&gt; Look at the 5. Round up to 1900! (Tricky!)</a:t>
          </a:r>
        </a:p>
      </dgm:t>
    </dgm:pt>
    <dgm:pt modelId="{2CB3EF29-B81B-470F-A89E-DC48FCC30300}" type="parTrans" cxnId="{9B715543-FC7A-493B-912B-81BD34DDA785}">
      <dgm:prSet/>
      <dgm:spPr/>
      <dgm:t>
        <a:bodyPr/>
        <a:lstStyle/>
        <a:p>
          <a:endParaRPr lang="en-US"/>
        </a:p>
      </dgm:t>
    </dgm:pt>
    <dgm:pt modelId="{1814A9C0-56BF-422E-B38E-A94C85BC3931}" type="sibTrans" cxnId="{9B715543-FC7A-493B-912B-81BD34DDA785}">
      <dgm:prSet/>
      <dgm:spPr/>
      <dgm:t>
        <a:bodyPr/>
        <a:lstStyle/>
        <a:p>
          <a:endParaRPr lang="en-US"/>
        </a:p>
      </dgm:t>
    </dgm:pt>
    <dgm:pt modelId="{9FA74D88-2EC8-4977-BE47-6B78E0FFC1CF}" type="pres">
      <dgm:prSet presAssocID="{73D8B684-CEDA-4055-81CA-62C1A2722C99}" presName="vert0" presStyleCnt="0">
        <dgm:presLayoutVars>
          <dgm:dir/>
          <dgm:animOne val="branch"/>
          <dgm:animLvl val="lvl"/>
        </dgm:presLayoutVars>
      </dgm:prSet>
      <dgm:spPr/>
    </dgm:pt>
    <dgm:pt modelId="{1D9C23B8-41F7-43DB-B775-C87B24893F68}" type="pres">
      <dgm:prSet presAssocID="{600D6626-FA99-4B9E-B5AF-2B1161FA2187}" presName="thickLine" presStyleLbl="alignNode1" presStyleIdx="0" presStyleCnt="5"/>
      <dgm:spPr/>
    </dgm:pt>
    <dgm:pt modelId="{12E92D41-B864-495B-A755-5786FC149444}" type="pres">
      <dgm:prSet presAssocID="{600D6626-FA99-4B9E-B5AF-2B1161FA2187}" presName="horz1" presStyleCnt="0"/>
      <dgm:spPr/>
    </dgm:pt>
    <dgm:pt modelId="{AABE175C-B9CB-42CD-B584-0F15E284056D}" type="pres">
      <dgm:prSet presAssocID="{600D6626-FA99-4B9E-B5AF-2B1161FA2187}" presName="tx1" presStyleLbl="revTx" presStyleIdx="0" presStyleCnt="5"/>
      <dgm:spPr/>
    </dgm:pt>
    <dgm:pt modelId="{19412CA2-ACC3-4BF2-BC80-DC9335D218C1}" type="pres">
      <dgm:prSet presAssocID="{600D6626-FA99-4B9E-B5AF-2B1161FA2187}" presName="vert1" presStyleCnt="0"/>
      <dgm:spPr/>
    </dgm:pt>
    <dgm:pt modelId="{7AB316D5-772B-49E3-925C-A6635435C11D}" type="pres">
      <dgm:prSet presAssocID="{6F0AA919-A7D2-4496-AAF7-11A8113B7B81}" presName="thickLine" presStyleLbl="alignNode1" presStyleIdx="1" presStyleCnt="5"/>
      <dgm:spPr/>
    </dgm:pt>
    <dgm:pt modelId="{F08D8B7A-551E-4B42-8C74-5EB0E48C2D51}" type="pres">
      <dgm:prSet presAssocID="{6F0AA919-A7D2-4496-AAF7-11A8113B7B81}" presName="horz1" presStyleCnt="0"/>
      <dgm:spPr/>
    </dgm:pt>
    <dgm:pt modelId="{98E555B0-8592-45DA-A673-9C7282AD0ECB}" type="pres">
      <dgm:prSet presAssocID="{6F0AA919-A7D2-4496-AAF7-11A8113B7B81}" presName="tx1" presStyleLbl="revTx" presStyleIdx="1" presStyleCnt="5"/>
      <dgm:spPr/>
    </dgm:pt>
    <dgm:pt modelId="{31633AC9-2658-496A-BF29-F88F12EE4DCB}" type="pres">
      <dgm:prSet presAssocID="{6F0AA919-A7D2-4496-AAF7-11A8113B7B81}" presName="vert1" presStyleCnt="0"/>
      <dgm:spPr/>
    </dgm:pt>
    <dgm:pt modelId="{5970DEC5-7B64-4E54-924C-3668E7CCDC6A}" type="pres">
      <dgm:prSet presAssocID="{945FCB7A-C9E1-447D-88DF-0E80303D3532}" presName="thickLine" presStyleLbl="alignNode1" presStyleIdx="2" presStyleCnt="5"/>
      <dgm:spPr/>
    </dgm:pt>
    <dgm:pt modelId="{F5910AA7-550B-4F6E-A8EE-65ACD67195D1}" type="pres">
      <dgm:prSet presAssocID="{945FCB7A-C9E1-447D-88DF-0E80303D3532}" presName="horz1" presStyleCnt="0"/>
      <dgm:spPr/>
    </dgm:pt>
    <dgm:pt modelId="{B94F4362-5870-42CA-A631-2BA0826FB854}" type="pres">
      <dgm:prSet presAssocID="{945FCB7A-C9E1-447D-88DF-0E80303D3532}" presName="tx1" presStyleLbl="revTx" presStyleIdx="2" presStyleCnt="5"/>
      <dgm:spPr/>
    </dgm:pt>
    <dgm:pt modelId="{A0C7CB83-BC44-47BD-84ED-D7B37AB7B568}" type="pres">
      <dgm:prSet presAssocID="{945FCB7A-C9E1-447D-88DF-0E80303D3532}" presName="vert1" presStyleCnt="0"/>
      <dgm:spPr/>
    </dgm:pt>
    <dgm:pt modelId="{B451ACB4-D70B-410A-9D48-4C153661867D}" type="pres">
      <dgm:prSet presAssocID="{0A723512-EF32-4E6E-8237-1AF26FE9510B}" presName="thickLine" presStyleLbl="alignNode1" presStyleIdx="3" presStyleCnt="5"/>
      <dgm:spPr/>
    </dgm:pt>
    <dgm:pt modelId="{05CF997A-EDD4-46B3-A5B1-9D6A986FB884}" type="pres">
      <dgm:prSet presAssocID="{0A723512-EF32-4E6E-8237-1AF26FE9510B}" presName="horz1" presStyleCnt="0"/>
      <dgm:spPr/>
    </dgm:pt>
    <dgm:pt modelId="{97DF65BE-F458-41F6-BF7E-3903318BA1DD}" type="pres">
      <dgm:prSet presAssocID="{0A723512-EF32-4E6E-8237-1AF26FE9510B}" presName="tx1" presStyleLbl="revTx" presStyleIdx="3" presStyleCnt="5"/>
      <dgm:spPr/>
    </dgm:pt>
    <dgm:pt modelId="{743271E7-B8B0-43E0-89C3-67F674767912}" type="pres">
      <dgm:prSet presAssocID="{0A723512-EF32-4E6E-8237-1AF26FE9510B}" presName="vert1" presStyleCnt="0"/>
      <dgm:spPr/>
    </dgm:pt>
    <dgm:pt modelId="{703C0528-7651-44C7-B020-52EB90D184CB}" type="pres">
      <dgm:prSet presAssocID="{703D2882-1CBD-4E1F-A7B1-43E5D47016A4}" presName="thickLine" presStyleLbl="alignNode1" presStyleIdx="4" presStyleCnt="5"/>
      <dgm:spPr/>
    </dgm:pt>
    <dgm:pt modelId="{D936536D-DF05-4177-A1A7-353245A3585B}" type="pres">
      <dgm:prSet presAssocID="{703D2882-1CBD-4E1F-A7B1-43E5D47016A4}" presName="horz1" presStyleCnt="0"/>
      <dgm:spPr/>
    </dgm:pt>
    <dgm:pt modelId="{B4CDA912-90E5-4626-8708-9A584B80F775}" type="pres">
      <dgm:prSet presAssocID="{703D2882-1CBD-4E1F-A7B1-43E5D47016A4}" presName="tx1" presStyleLbl="revTx" presStyleIdx="4" presStyleCnt="5"/>
      <dgm:spPr/>
    </dgm:pt>
    <dgm:pt modelId="{10A3AFB0-5851-4599-813F-0D97992070AA}" type="pres">
      <dgm:prSet presAssocID="{703D2882-1CBD-4E1F-A7B1-43E5D47016A4}" presName="vert1" presStyleCnt="0"/>
      <dgm:spPr/>
    </dgm:pt>
  </dgm:ptLst>
  <dgm:cxnLst>
    <dgm:cxn modelId="{6A009E01-2220-46E1-B7FC-7B8A26411498}" type="presOf" srcId="{0A723512-EF32-4E6E-8237-1AF26FE9510B}" destId="{97DF65BE-F458-41F6-BF7E-3903318BA1DD}" srcOrd="0" destOrd="0" presId="urn:microsoft.com/office/officeart/2008/layout/LinedList"/>
    <dgm:cxn modelId="{7C8B621C-54E5-4C06-BC34-A16A5D6A0CD3}" srcId="{73D8B684-CEDA-4055-81CA-62C1A2722C99}" destId="{6F0AA919-A7D2-4496-AAF7-11A8113B7B81}" srcOrd="1" destOrd="0" parTransId="{A4C092F6-52CF-47E1-8BBE-49CD2EB48FB4}" sibTransId="{011A803F-2110-45E6-98B4-76FB68BF1302}"/>
    <dgm:cxn modelId="{64B8432B-C252-4845-BC73-A3F67B01264F}" type="presOf" srcId="{945FCB7A-C9E1-447D-88DF-0E80303D3532}" destId="{B94F4362-5870-42CA-A631-2BA0826FB854}" srcOrd="0" destOrd="0" presId="urn:microsoft.com/office/officeart/2008/layout/LinedList"/>
    <dgm:cxn modelId="{9B715543-FC7A-493B-912B-81BD34DDA785}" srcId="{73D8B684-CEDA-4055-81CA-62C1A2722C99}" destId="{703D2882-1CBD-4E1F-A7B1-43E5D47016A4}" srcOrd="4" destOrd="0" parTransId="{2CB3EF29-B81B-470F-A89E-DC48FCC30300}" sibTransId="{1814A9C0-56BF-422E-B38E-A94C85BC3931}"/>
    <dgm:cxn modelId="{E0819871-231D-42F4-8BBD-54AE768C5ABD}" type="presOf" srcId="{703D2882-1CBD-4E1F-A7B1-43E5D47016A4}" destId="{B4CDA912-90E5-4626-8708-9A584B80F775}" srcOrd="0" destOrd="0" presId="urn:microsoft.com/office/officeart/2008/layout/LinedList"/>
    <dgm:cxn modelId="{2FC7BF7D-F009-48BC-BAE8-EED6FD4A6B11}" srcId="{73D8B684-CEDA-4055-81CA-62C1A2722C99}" destId="{600D6626-FA99-4B9E-B5AF-2B1161FA2187}" srcOrd="0" destOrd="0" parTransId="{E7C0D25E-44FF-4F7C-A9D2-F03CFDCB2F42}" sibTransId="{D4F35F19-5AB2-4585-AFF5-2DCE3009A1A7}"/>
    <dgm:cxn modelId="{F6F6E19E-2434-43B9-87E6-88F2F0A3E48A}" type="presOf" srcId="{6F0AA919-A7D2-4496-AAF7-11A8113B7B81}" destId="{98E555B0-8592-45DA-A673-9C7282AD0ECB}" srcOrd="0" destOrd="0" presId="urn:microsoft.com/office/officeart/2008/layout/LinedList"/>
    <dgm:cxn modelId="{729ECAB9-7E94-49A9-BA47-F52AEFFAF1B7}" srcId="{73D8B684-CEDA-4055-81CA-62C1A2722C99}" destId="{0A723512-EF32-4E6E-8237-1AF26FE9510B}" srcOrd="3" destOrd="0" parTransId="{DC29F49D-230D-4D8F-807F-08C508F03202}" sibTransId="{6F76C2CC-99F1-4A61-B426-B9266148899C}"/>
    <dgm:cxn modelId="{9472B5C1-A480-49E5-BDF4-08CAAAFC1B67}" type="presOf" srcId="{73D8B684-CEDA-4055-81CA-62C1A2722C99}" destId="{9FA74D88-2EC8-4977-BE47-6B78E0FFC1CF}" srcOrd="0" destOrd="0" presId="urn:microsoft.com/office/officeart/2008/layout/LinedList"/>
    <dgm:cxn modelId="{CEC78FDA-AEB3-472A-A928-716F52F0A652}" type="presOf" srcId="{600D6626-FA99-4B9E-B5AF-2B1161FA2187}" destId="{AABE175C-B9CB-42CD-B584-0F15E284056D}" srcOrd="0" destOrd="0" presId="urn:microsoft.com/office/officeart/2008/layout/LinedList"/>
    <dgm:cxn modelId="{5B04D2E7-FFEA-4743-8DC4-1F1D24DA0650}" srcId="{73D8B684-CEDA-4055-81CA-62C1A2722C99}" destId="{945FCB7A-C9E1-447D-88DF-0E80303D3532}" srcOrd="2" destOrd="0" parTransId="{C52A28BC-54A0-497C-8117-29BE298E12FC}" sibTransId="{37880842-8F4B-4304-BCAC-8D23EEAD10CD}"/>
    <dgm:cxn modelId="{D614916E-5FFF-4966-B369-7E186F1AE103}" type="presParOf" srcId="{9FA74D88-2EC8-4977-BE47-6B78E0FFC1CF}" destId="{1D9C23B8-41F7-43DB-B775-C87B24893F68}" srcOrd="0" destOrd="0" presId="urn:microsoft.com/office/officeart/2008/layout/LinedList"/>
    <dgm:cxn modelId="{B975EDED-031F-492D-86C7-0EDE50753B6F}" type="presParOf" srcId="{9FA74D88-2EC8-4977-BE47-6B78E0FFC1CF}" destId="{12E92D41-B864-495B-A755-5786FC149444}" srcOrd="1" destOrd="0" presId="urn:microsoft.com/office/officeart/2008/layout/LinedList"/>
    <dgm:cxn modelId="{817A84DC-AF7B-4EF2-A213-590EC1C3150A}" type="presParOf" srcId="{12E92D41-B864-495B-A755-5786FC149444}" destId="{AABE175C-B9CB-42CD-B584-0F15E284056D}" srcOrd="0" destOrd="0" presId="urn:microsoft.com/office/officeart/2008/layout/LinedList"/>
    <dgm:cxn modelId="{F705B61E-739D-4537-B706-F1C210B74C00}" type="presParOf" srcId="{12E92D41-B864-495B-A755-5786FC149444}" destId="{19412CA2-ACC3-4BF2-BC80-DC9335D218C1}" srcOrd="1" destOrd="0" presId="urn:microsoft.com/office/officeart/2008/layout/LinedList"/>
    <dgm:cxn modelId="{5A8E576A-54C0-4EC0-BD6A-C1EF3AD3B4A3}" type="presParOf" srcId="{9FA74D88-2EC8-4977-BE47-6B78E0FFC1CF}" destId="{7AB316D5-772B-49E3-925C-A6635435C11D}" srcOrd="2" destOrd="0" presId="urn:microsoft.com/office/officeart/2008/layout/LinedList"/>
    <dgm:cxn modelId="{4DDB5296-4751-42AB-BF20-2A93428E42E8}" type="presParOf" srcId="{9FA74D88-2EC8-4977-BE47-6B78E0FFC1CF}" destId="{F08D8B7A-551E-4B42-8C74-5EB0E48C2D51}" srcOrd="3" destOrd="0" presId="urn:microsoft.com/office/officeart/2008/layout/LinedList"/>
    <dgm:cxn modelId="{6C5A10AE-1043-4825-8A0F-9E72F2FB38A1}" type="presParOf" srcId="{F08D8B7A-551E-4B42-8C74-5EB0E48C2D51}" destId="{98E555B0-8592-45DA-A673-9C7282AD0ECB}" srcOrd="0" destOrd="0" presId="urn:microsoft.com/office/officeart/2008/layout/LinedList"/>
    <dgm:cxn modelId="{510FE6CA-7891-45DB-9E87-F8D9EC9104FB}" type="presParOf" srcId="{F08D8B7A-551E-4B42-8C74-5EB0E48C2D51}" destId="{31633AC9-2658-496A-BF29-F88F12EE4DCB}" srcOrd="1" destOrd="0" presId="urn:microsoft.com/office/officeart/2008/layout/LinedList"/>
    <dgm:cxn modelId="{970E68EE-8AB3-4210-8633-F6BB28806FD2}" type="presParOf" srcId="{9FA74D88-2EC8-4977-BE47-6B78E0FFC1CF}" destId="{5970DEC5-7B64-4E54-924C-3668E7CCDC6A}" srcOrd="4" destOrd="0" presId="urn:microsoft.com/office/officeart/2008/layout/LinedList"/>
    <dgm:cxn modelId="{7C5DC174-B0AF-418B-97B1-43AC260EC0E3}" type="presParOf" srcId="{9FA74D88-2EC8-4977-BE47-6B78E0FFC1CF}" destId="{F5910AA7-550B-4F6E-A8EE-65ACD67195D1}" srcOrd="5" destOrd="0" presId="urn:microsoft.com/office/officeart/2008/layout/LinedList"/>
    <dgm:cxn modelId="{2CF7B56B-B186-4727-97DF-9237C0356AE3}" type="presParOf" srcId="{F5910AA7-550B-4F6E-A8EE-65ACD67195D1}" destId="{B94F4362-5870-42CA-A631-2BA0826FB854}" srcOrd="0" destOrd="0" presId="urn:microsoft.com/office/officeart/2008/layout/LinedList"/>
    <dgm:cxn modelId="{C92FE392-296F-4DA6-9F7F-A4FA47DEC399}" type="presParOf" srcId="{F5910AA7-550B-4F6E-A8EE-65ACD67195D1}" destId="{A0C7CB83-BC44-47BD-84ED-D7B37AB7B568}" srcOrd="1" destOrd="0" presId="urn:microsoft.com/office/officeart/2008/layout/LinedList"/>
    <dgm:cxn modelId="{534EEDA3-7622-4CB9-9D6B-C1868287838D}" type="presParOf" srcId="{9FA74D88-2EC8-4977-BE47-6B78E0FFC1CF}" destId="{B451ACB4-D70B-410A-9D48-4C153661867D}" srcOrd="6" destOrd="0" presId="urn:microsoft.com/office/officeart/2008/layout/LinedList"/>
    <dgm:cxn modelId="{88AA2BD2-043A-429F-817B-4D2500D9C1B7}" type="presParOf" srcId="{9FA74D88-2EC8-4977-BE47-6B78E0FFC1CF}" destId="{05CF997A-EDD4-46B3-A5B1-9D6A986FB884}" srcOrd="7" destOrd="0" presId="urn:microsoft.com/office/officeart/2008/layout/LinedList"/>
    <dgm:cxn modelId="{5D7270F6-AE9A-4EF2-AD9F-96239C58BCD1}" type="presParOf" srcId="{05CF997A-EDD4-46B3-A5B1-9D6A986FB884}" destId="{97DF65BE-F458-41F6-BF7E-3903318BA1DD}" srcOrd="0" destOrd="0" presId="urn:microsoft.com/office/officeart/2008/layout/LinedList"/>
    <dgm:cxn modelId="{906A888F-0CC9-4084-8992-64C202FFBC99}" type="presParOf" srcId="{05CF997A-EDD4-46B3-A5B1-9D6A986FB884}" destId="{743271E7-B8B0-43E0-89C3-67F674767912}" srcOrd="1" destOrd="0" presId="urn:microsoft.com/office/officeart/2008/layout/LinedList"/>
    <dgm:cxn modelId="{66DCE89C-5A47-4ACC-8C03-6DA23A66694D}" type="presParOf" srcId="{9FA74D88-2EC8-4977-BE47-6B78E0FFC1CF}" destId="{703C0528-7651-44C7-B020-52EB90D184CB}" srcOrd="8" destOrd="0" presId="urn:microsoft.com/office/officeart/2008/layout/LinedList"/>
    <dgm:cxn modelId="{CD431854-9C29-45BD-B900-A87BFB3BABF3}" type="presParOf" srcId="{9FA74D88-2EC8-4977-BE47-6B78E0FFC1CF}" destId="{D936536D-DF05-4177-A1A7-353245A3585B}" srcOrd="9" destOrd="0" presId="urn:microsoft.com/office/officeart/2008/layout/LinedList"/>
    <dgm:cxn modelId="{CBF9980A-19CA-445C-8B70-95984F01FFB4}" type="presParOf" srcId="{D936536D-DF05-4177-A1A7-353245A3585B}" destId="{B4CDA912-90E5-4626-8708-9A584B80F775}" srcOrd="0" destOrd="0" presId="urn:microsoft.com/office/officeart/2008/layout/LinedList"/>
    <dgm:cxn modelId="{17A319B1-45F2-4328-947C-8576FADFEA91}" type="presParOf" srcId="{D936536D-DF05-4177-A1A7-353245A3585B}" destId="{10A3AFB0-5851-4599-813F-0D97992070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9C23B8-41F7-43DB-B775-C87B24893F68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E175C-B9CB-42CD-B584-0F15E284056D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Examples:</a:t>
          </a:r>
        </a:p>
      </dsp:txBody>
      <dsp:txXfrm>
        <a:off x="0" y="552"/>
        <a:ext cx="8229600" cy="904971"/>
      </dsp:txXfrm>
    </dsp:sp>
    <dsp:sp modelId="{7AB316D5-772B-49E3-925C-A6635435C11D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555B0-8592-45DA-A673-9C7282AD0ECB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37 -&gt; Look at the 7. It's 5 or more. Round up to 40.</a:t>
          </a:r>
        </a:p>
      </dsp:txBody>
      <dsp:txXfrm>
        <a:off x="0" y="905524"/>
        <a:ext cx="8229600" cy="904971"/>
      </dsp:txXfrm>
    </dsp:sp>
    <dsp:sp modelId="{5970DEC5-7B64-4E54-924C-3668E7CCDC6A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F4362-5870-42CA-A631-2BA0826FB854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82 -&gt; Look at the 2. It's 4 or less. Stay at 80.</a:t>
          </a:r>
        </a:p>
      </dsp:txBody>
      <dsp:txXfrm>
        <a:off x="0" y="1810495"/>
        <a:ext cx="8229600" cy="904971"/>
      </dsp:txXfrm>
    </dsp:sp>
    <dsp:sp modelId="{B451ACB4-D70B-410A-9D48-4C153661867D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F65BE-F458-41F6-BF7E-3903318BA1DD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1894 -&gt; Look at the 4. Stay at 1890.</a:t>
          </a:r>
        </a:p>
      </dsp:txBody>
      <dsp:txXfrm>
        <a:off x="0" y="2715467"/>
        <a:ext cx="8229600" cy="904971"/>
      </dsp:txXfrm>
    </dsp:sp>
    <dsp:sp modelId="{703C0528-7651-44C7-B020-52EB90D184CB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DA912-90E5-4626-8708-9A584B80F775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1895 -&gt; Look at the 5. Round up to 1900! (Tricky!)</a:t>
          </a:r>
        </a:p>
      </dsp:txBody>
      <dsp:txXfrm>
        <a:off x="0" y="3620438"/>
        <a:ext cx="8229600" cy="904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96735-73A3-4381-8EB4-F7AC91089CAC}" type="datetimeFigureOut">
              <a:rPr lang="en-AU" smtClean="0"/>
              <a:t>3/02/2026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7DB8A0-9F32-42F1-80FA-220691F91D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447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7DB8A0-9F32-42F1-80FA-220691F91D1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59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D numbers in white and orange">
            <a:extLst>
              <a:ext uri="{FF2B5EF4-FFF2-40B4-BE49-F238E27FC236}">
                <a16:creationId xmlns:a16="http://schemas.microsoft.com/office/drawing/2014/main" id="{0516937B-9907-E160-83CC-8CD945CCB8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15" r="12806" b="2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2155188"/>
            <a:ext cx="3120174" cy="2839273"/>
          </a:xfrm>
        </p:spPr>
        <p:txBody>
          <a:bodyPr>
            <a:normAutofit/>
          </a:bodyPr>
          <a:lstStyle/>
          <a:p>
            <a:pPr algn="l"/>
            <a:r>
              <a:rPr lang="en-AU" sz="3500">
                <a:solidFill>
                  <a:srgbClr val="FFFFFF"/>
                </a:solidFill>
              </a:rPr>
              <a:t>Rounding Numbers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5166367"/>
            <a:ext cx="3120174" cy="85099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Year 5 Mathematics</a:t>
            </a:r>
          </a:p>
          <a:p>
            <a:pPr algn="l"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Learning to Estimate and Check Reasonableness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Golden Rule of Rounding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1. Look at the rounding digit.</a:t>
            </a:r>
          </a:p>
          <a:p>
            <a:r>
              <a:t>2. Look at the digit to its RIGHT.</a:t>
            </a:r>
          </a:p>
          <a:p>
            <a:r>
              <a:t>3. Apply the rule:</a:t>
            </a:r>
          </a:p>
          <a:p>
            <a:pPr>
              <a:defRPr sz="3200" b="1"/>
            </a:pPr>
            <a:r>
              <a:t>5 or More: ROUND UP</a:t>
            </a:r>
          </a:p>
          <a:p>
            <a:pPr>
              <a:defRPr sz="3200" b="1"/>
            </a:pPr>
            <a:r>
              <a:t>4 or Less: LET IT REST (Stay the same)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Rounding to the Nearest 10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C612539E-D158-8690-65EE-819D35C728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Rounding to the Nearest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</a:t>
            </a:r>
          </a:p>
          <a:p>
            <a:r>
              <a:t>742 -&gt; Look at the 4. Round down to 700.</a:t>
            </a:r>
          </a:p>
          <a:p>
            <a:r>
              <a:t>381 -&gt; Look at the 8. Round up to 400.</a:t>
            </a:r>
          </a:p>
          <a:p>
            <a:r>
              <a:t>679 -&gt; Look at the 7. Round up to 700.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Rounding to the Nearest 1000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Examples:</a:t>
            </a:r>
          </a:p>
          <a:p>
            <a:r>
              <a:t>2790 -&gt; Look at the 7. Round up to 3000.</a:t>
            </a:r>
          </a:p>
          <a:p>
            <a:r>
              <a:t>4281 -&gt; Look at the 2. Round down to 4000.</a:t>
            </a:r>
          </a:p>
          <a:p>
            <a:r>
              <a:t>4500 -&gt; Exactly in the middle? Rule says 5 or more, so 5000!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Turn!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your books to Page 30.</a:t>
            </a:r>
          </a:p>
          <a:p>
            <a:r>
              <a:t>Activity 2:04 Rounding</a:t>
            </a:r>
          </a:p>
          <a:p>
            <a:r>
              <a:t>Try to finish all 6 sections. Good luck!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238</Words>
  <Application>Microsoft Office PowerPoint</Application>
  <PresentationFormat>On-screen Show (4:3)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Rounding Numbers</vt:lpstr>
      <vt:lpstr>The Golden Rule of Rounding</vt:lpstr>
      <vt:lpstr>Rounding to the Nearest 10</vt:lpstr>
      <vt:lpstr>Rounding to the Nearest 100</vt:lpstr>
      <vt:lpstr>Rounding to the Nearest 1000</vt:lpstr>
      <vt:lpstr>Your Turn!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SUTHERLAND, Douglas (dsuth10)</cp:lastModifiedBy>
  <cp:revision>2</cp:revision>
  <dcterms:created xsi:type="dcterms:W3CDTF">2013-01-27T09:14:16Z</dcterms:created>
  <dcterms:modified xsi:type="dcterms:W3CDTF">2026-02-03T12:39:05Z</dcterms:modified>
  <cp:category/>
</cp:coreProperties>
</file>