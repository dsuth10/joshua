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128099" cy="4127450"/>
          </a:xfrm>
          <a:prstGeom prst="rect">
            <a:avLst/>
          </a:prstGeom>
          <a:solidFill>
            <a:srgbClr val="1E5128"/>
          </a:solidFill>
          <a:ln w="47625">
            <a:solidFill>
              <a:srgbClr val="4E9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86634" y="2356693"/>
            <a:ext cx="817058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0"/>
              </a:spcBef>
              <a:spcAft>
                <a:spcPts val="15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Germination Experiment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14948" y="3248769"/>
            <a:ext cx="771395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24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Investigating how different conditions affect seed growth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Start with a Question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888950"/>
            <a:ext cx="9144000" cy="42544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0" y="927050"/>
            <a:ext cx="9144000" cy="0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0" y="1790551"/>
            <a:ext cx="8382000" cy="0"/>
          </a:xfrm>
          <a:prstGeom prst="line">
            <a:avLst/>
          </a:prstGeom>
          <a:noFill/>
          <a:ln w="19050">
            <a:solidFill>
              <a:srgbClr val="4E9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1000" y="134615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we want to find out?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81000" y="2053977"/>
            <a:ext cx="8549640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scientists always start their investigations with a clear </a:t>
            </a:r>
            <a:pPr algn="l" indent="0" marL="0">
              <a:lnSpc>
                <a:spcPts val="28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inquiry question</a:t>
            </a:r>
            <a:pPr algn="l" indent="0" marL="0">
              <a:lnSpc>
                <a:spcPts val="28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1000" y="2955429"/>
            <a:ext cx="854964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question should tell us exactly what you are investigating.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1000" y="3501330"/>
            <a:ext cx="8382000" cy="84445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"How does the amount of sunlight affect germination?"</a:t>
            </a:r>
            <a:endParaRPr lang="en-US" sz="2000" dirty="0"/>
          </a:p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"Will a seed germinate faster in soil or cotton wool?"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Make a Hypothesis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888950"/>
            <a:ext cx="9144000" cy="42544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0" y="927050"/>
            <a:ext cx="9144000" cy="0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0" y="1790551"/>
            <a:ext cx="8382000" cy="0"/>
          </a:xfrm>
          <a:prstGeom prst="line">
            <a:avLst/>
          </a:prstGeom>
          <a:noFill/>
          <a:ln w="19050">
            <a:solidFill>
              <a:srgbClr val="4E9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1000" y="134615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Hypothesis?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81000" y="2053977"/>
            <a:ext cx="854964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hypothesis is your </a:t>
            </a:r>
            <a:pPr algn="l" indent="0" marL="0">
              <a:lnSpc>
                <a:spcPts val="28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pPr algn="l" indent="0" marL="0">
              <a:lnSpc>
                <a:spcPts val="28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what will happen in the experiment.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1000" y="2599879"/>
            <a:ext cx="854964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write it as: </a:t>
            </a:r>
            <a:pPr algn="l" indent="0" marL="0">
              <a:lnSpc>
                <a:spcPts val="28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20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think that... because..."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1000" y="3145780"/>
            <a:ext cx="8382000" cy="717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 think that the seed in the sunlight will germinate faster </a:t>
            </a:r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</a:t>
            </a:r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plants need sunlight for energy."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1000" y="3990082"/>
            <a:ext cx="854964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okay if your hypothesis is wrong! That's how we learn.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Planning a Fair Test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888950"/>
            <a:ext cx="9144000" cy="42544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0" y="927050"/>
            <a:ext cx="9144000" cy="0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0" y="1790551"/>
            <a:ext cx="8382000" cy="0"/>
          </a:xfrm>
          <a:prstGeom prst="line">
            <a:avLst/>
          </a:prstGeom>
          <a:noFill/>
          <a:ln w="19050">
            <a:solidFill>
              <a:srgbClr val="4E9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1000" y="134615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need a Fair Test?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81000" y="2053977"/>
            <a:ext cx="8549640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know exactly what caused a change, we must make sure our experiment is </a:t>
            </a:r>
            <a:pPr algn="l" indent="0" marL="0">
              <a:lnSpc>
                <a:spcPts val="28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</a:t>
            </a:r>
            <a:pPr algn="l" indent="0" marL="0">
              <a:lnSpc>
                <a:spcPts val="28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1000" y="2955429"/>
            <a:ext cx="8382000" cy="156195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</a:t>
            </a:r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</a:t>
            </a:r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(e.g., amount of water).</a:t>
            </a:r>
            <a:endParaRPr lang="en-US" sz="2000" dirty="0"/>
          </a:p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 thing (e.g., how tall the plant grows).</a:t>
            </a:r>
            <a:endParaRPr lang="en-US" sz="2000" dirty="0"/>
          </a:p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SAME</a:t>
            </a:r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everything else! (e.g., same seed, same cup, same dirt).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Setup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888950"/>
            <a:ext cx="9144000" cy="42544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0" y="927050"/>
            <a:ext cx="9144000" cy="0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0" y="1790551"/>
            <a:ext cx="4064050" cy="0"/>
          </a:xfrm>
          <a:prstGeom prst="line">
            <a:avLst/>
          </a:prstGeom>
          <a:noFill/>
          <a:ln w="19050">
            <a:solidFill>
              <a:srgbClr val="4E9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1000" y="1346150"/>
            <a:ext cx="414533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need: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81000" y="1990576"/>
            <a:ext cx="4064050" cy="185380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growing container (like a cup)</a:t>
            </a:r>
            <a:endParaRPr lang="en-US" sz="1800" dirty="0"/>
          </a:p>
          <a:p>
            <a:pPr algn="l" marL="190500" indent="-1905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chosen growing medium (soil, etc.)</a:t>
            </a:r>
            <a:endParaRPr lang="en-US" sz="1800" dirty="0"/>
          </a:p>
          <a:p>
            <a:pPr algn="l" marL="190500" indent="-1905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seeds</a:t>
            </a:r>
            <a:endParaRPr lang="en-US" sz="1800" dirty="0"/>
          </a:p>
          <a:p>
            <a:pPr algn="l" marL="190500" indent="-1905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1800" dirty="0"/>
          </a:p>
          <a:p>
            <a:pPr algn="l" marL="190500" indent="-1905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student planner document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1000" y="3907780"/>
            <a:ext cx="414533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500"/>
              </a:spcBef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set these up after planning your procedure.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flipV="1">
            <a:off x="5105251" y="2057251"/>
            <a:ext cx="2743200" cy="1828800"/>
          </a:xfrm>
          <a:prstGeom prst="trapezoid">
            <a:avLst/>
          </a:prstGeom>
          <a:solidFill>
            <a:srgbClr val="B2EBF2"/>
          </a:solidFill>
          <a:ln w="254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06901" y="4068931"/>
            <a:ext cx="253990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Cup/Pot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95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Write the Procedure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888950"/>
            <a:ext cx="9144000" cy="42544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0" y="927050"/>
            <a:ext cx="9144000" cy="0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0" y="1790551"/>
            <a:ext cx="8382000" cy="0"/>
          </a:xfrm>
          <a:prstGeom prst="line">
            <a:avLst/>
          </a:prstGeom>
          <a:noFill/>
          <a:ln w="19050">
            <a:solidFill>
              <a:srgbClr val="4E9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1000" y="134615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Instructions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81000" y="2053977"/>
            <a:ext cx="8549640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procedure is the list of instructions for your experiment. It must be very clear!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1000" y="2955429"/>
            <a:ext cx="8382000" cy="1266676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numbered steps (1, 2, 3...)</a:t>
            </a:r>
            <a:endParaRPr lang="en-US" sz="2000" dirty="0"/>
          </a:p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each step with an action word (Put, Pour, Measure, Add)</a:t>
            </a:r>
            <a:endParaRPr lang="en-US" sz="2000" dirty="0"/>
          </a:p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specific amounts (e.g., "Pour 50mL of water")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7180" y="4285506"/>
            <a:ext cx="854964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write your plans in your Student Planner!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Germination Lesson</dc:title>
  <dc:subject>PptxGenJS Presentation</dc:subject>
  <dc:creator>Science Teacher</dc:creator>
  <cp:lastModifiedBy>Science Teacher</cp:lastModifiedBy>
  <cp:revision>1</cp:revision>
  <dcterms:created xsi:type="dcterms:W3CDTF">2026-02-26T22:23:35Z</dcterms:created>
  <dcterms:modified xsi:type="dcterms:W3CDTF">2026-02-26T22:23:35Z</dcterms:modified>
</cp:coreProperties>
</file>