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38311"/>
            <a:ext cx="9144000" cy="1031677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1440" y="792212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Biology: Mould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6669" y="2373064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324"/>
              </a:spcBef>
              <a:spcAft>
                <a:spcPts val="2324"/>
              </a:spcAft>
              <a:buNone/>
            </a:pPr>
            <a:r>
              <a:rPr lang="en-US" sz="2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669" y="3087439"/>
            <a:ext cx="829066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investigate how physical conditions of an environment affect the growth and survival of living things.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2488" y="987326"/>
            <a:ext cx="4060775" cy="1041350"/>
          </a:xfrm>
          <a:prstGeom prst="roundRect">
            <a:avLst>
              <a:gd name="adj" fmla="val 9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987326"/>
            <a:ext cx="0" cy="1041350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813" y="117782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6813" y="1600051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amount of salt in the water or soil.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0588" y="987326"/>
            <a:ext cx="4060775" cy="1041350"/>
          </a:xfrm>
          <a:prstGeom prst="roundRect">
            <a:avLst>
              <a:gd name="adj" fmla="val 9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0" y="987326"/>
            <a:ext cx="0" cy="1041350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4913" y="117782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14913" y="1600051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hot or cold the environment 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488" y="2282577"/>
            <a:ext cx="4060775" cy="1279475"/>
          </a:xfrm>
          <a:prstGeom prst="roundRect">
            <a:avLst>
              <a:gd name="adj" fmla="val 7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4401" y="2282577"/>
            <a:ext cx="0" cy="1279475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813" y="2473077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Availability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6813" y="2895302"/>
            <a:ext cx="36270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water is available for the living thing.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0588" y="2282577"/>
            <a:ext cx="4060775" cy="1279475"/>
          </a:xfrm>
          <a:prstGeom prst="roundRect">
            <a:avLst>
              <a:gd name="adj" fmla="val 7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0" y="2282577"/>
            <a:ext cx="0" cy="1279475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4913" y="2473077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14913" y="2895302"/>
            <a:ext cx="36270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from the sun needed for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Fair Test?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2900" y="1114425"/>
            <a:ext cx="8458200" cy="3371255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38100">
            <a:solidFill>
              <a:srgbClr val="3A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33525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324"/>
              </a:spcAft>
              <a:buNone/>
            </a:pPr>
            <a:r>
              <a:rPr lang="en-US" sz="2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238226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variable,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47677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variable,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57129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same!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Variables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6168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6168" y="1034951"/>
            <a:ext cx="2793950" cy="0"/>
          </a:xfrm>
          <a:prstGeom prst="line">
            <a:avLst/>
          </a:prstGeom>
          <a:noFill/>
          <a:ln w="952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2538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6668" y="1996976"/>
            <a:ext cx="2412950" cy="565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7168" y="1996976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7168" y="2362051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amount of light.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74950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74950" y="1034951"/>
            <a:ext cx="2793950" cy="0"/>
          </a:xfrm>
          <a:prstGeom prst="line">
            <a:avLst/>
          </a:prstGeom>
          <a:noFill/>
          <a:ln w="95250">
            <a:solidFill>
              <a:srgbClr val="81B2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1321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5450" y="1996976"/>
            <a:ext cx="2412950" cy="7651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950" y="1996976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5950" y="2362051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How much the plant grows.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3584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53584" y="1034951"/>
            <a:ext cx="2793950" cy="0"/>
          </a:xfrm>
          <a:prstGeom prst="line">
            <a:avLst/>
          </a:prstGeom>
          <a:noFill/>
          <a:ln w="95250">
            <a:solidFill>
              <a:srgbClr val="F2C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9954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4084" y="1996976"/>
            <a:ext cx="2412950" cy="9651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4584" y="1996976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variables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34584" y="2562076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Soil type, pot size, amount of water.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508802" cy="2802136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431875"/>
            <a:ext cx="80313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992"/>
              </a:spcAft>
              <a:buNone/>
            </a:pPr>
            <a:r>
              <a:rPr lang="en-US" sz="24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in your science book: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8450" y="2037159"/>
            <a:ext cx="7873901" cy="1358801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901" y="2037159"/>
            <a:ext cx="77075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an extreme increase in temperature affect the growth of mould?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901" y="2478435"/>
            <a:ext cx="77075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important to only change ONE variable in a scientific investigation?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5901" y="2919710"/>
            <a:ext cx="770757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were investigating how salinity affects germination, what variables would you need to keep</a:t>
            </a:r>
            <a:endParaRPr lang="en-US" sz="1600" dirty="0"/>
          </a:p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the same?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Biology: Mould - Lessons 3 &amp; 4</dc:title>
  <dc:subject>PptxGenJS Presentation</dc:subject>
  <dc:creator>Antigravity</dc:creator>
  <cp:lastModifiedBy>Antigravity</cp:lastModifiedBy>
  <cp:revision>1</cp:revision>
  <dcterms:created xsi:type="dcterms:W3CDTF">2026-02-25T02:23:41Z</dcterms:created>
  <dcterms:modified xsi:type="dcterms:W3CDTF">2026-02-25T02:23:41Z</dcterms:modified>
</cp:coreProperties>
</file>