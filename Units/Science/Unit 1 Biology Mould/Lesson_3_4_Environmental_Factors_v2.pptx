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38311"/>
            <a:ext cx="9144000" cy="1031677"/>
          </a:xfrm>
          <a:prstGeom prst="rect">
            <a:avLst/>
          </a:prstGeom>
          <a:solidFill>
            <a:srgbClr val="3A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91440" y="792212"/>
            <a:ext cx="932688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F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Biology: Mould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26669" y="2373064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324"/>
              </a:spcBef>
              <a:spcAft>
                <a:spcPts val="2324"/>
              </a:spcAft>
              <a:buNone/>
            </a:pPr>
            <a:r>
              <a:rPr lang="en-US" sz="2800" b="1" dirty="0">
                <a:solidFill>
                  <a:srgbClr val="3A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26669" y="3087439"/>
            <a:ext cx="8290661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investigate how physical conditions of an environment affect the growth and survival of living things.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3A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190500"/>
            <a:ext cx="9326880" cy="352425"/>
          </a:xfrm>
          <a:prstGeom prst="rect">
            <a:avLst/>
          </a:prstGeom>
          <a:noFill/>
          <a:ln/>
        </p:spPr>
        <p:txBody>
          <a:bodyPr wrap="square" lIns="38100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F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Factors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2488" y="987326"/>
            <a:ext cx="4060775" cy="1041350"/>
          </a:xfrm>
          <a:prstGeom prst="roundRect">
            <a:avLst>
              <a:gd name="adj" fmla="val 975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44401" y="987326"/>
            <a:ext cx="0" cy="1041350"/>
          </a:xfrm>
          <a:prstGeom prst="line">
            <a:avLst/>
          </a:prstGeom>
          <a:noFill/>
          <a:ln w="123825">
            <a:solidFill>
              <a:srgbClr val="CBD1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6813" y="1177826"/>
            <a:ext cx="362706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3A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Salinity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96813" y="1600051"/>
            <a:ext cx="36270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amount of salt in the water or soil.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00588" y="987326"/>
            <a:ext cx="4060775" cy="1041350"/>
          </a:xfrm>
          <a:prstGeom prst="roundRect">
            <a:avLst>
              <a:gd name="adj" fmla="val 975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762500" y="987326"/>
            <a:ext cx="0" cy="1041350"/>
          </a:xfrm>
          <a:prstGeom prst="line">
            <a:avLst/>
          </a:prstGeom>
          <a:noFill/>
          <a:ln w="123825">
            <a:solidFill>
              <a:srgbClr val="CBD1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14913" y="1177826"/>
            <a:ext cx="362706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3A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14913" y="1600051"/>
            <a:ext cx="36270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hot or cold the environment is.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2488" y="2282577"/>
            <a:ext cx="4060775" cy="1279475"/>
          </a:xfrm>
          <a:prstGeom prst="roundRect">
            <a:avLst>
              <a:gd name="adj" fmla="val 794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44401" y="2282577"/>
            <a:ext cx="0" cy="1279475"/>
          </a:xfrm>
          <a:prstGeom prst="line">
            <a:avLst/>
          </a:prstGeom>
          <a:noFill/>
          <a:ln w="123825">
            <a:solidFill>
              <a:srgbClr val="CBD1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6813" y="2473077"/>
            <a:ext cx="362706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3A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Availability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96813" y="2895302"/>
            <a:ext cx="3627069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water is available for the living thing.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00588" y="2282577"/>
            <a:ext cx="4060775" cy="1279475"/>
          </a:xfrm>
          <a:prstGeom prst="roundRect">
            <a:avLst>
              <a:gd name="adj" fmla="val 794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762500" y="2282577"/>
            <a:ext cx="0" cy="1279475"/>
          </a:xfrm>
          <a:prstGeom prst="line">
            <a:avLst/>
          </a:prstGeom>
          <a:noFill/>
          <a:ln w="123825">
            <a:solidFill>
              <a:srgbClr val="CBD1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14913" y="2473077"/>
            <a:ext cx="362706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3A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Sunlight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014913" y="2895302"/>
            <a:ext cx="3627069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energy from the sun needed for growth.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3A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190500"/>
            <a:ext cx="9326880" cy="352425"/>
          </a:xfrm>
          <a:prstGeom prst="rect">
            <a:avLst/>
          </a:prstGeom>
          <a:noFill/>
          <a:ln/>
        </p:spPr>
        <p:txBody>
          <a:bodyPr wrap="square" lIns="38100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F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Fair Test?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42900" y="1114425"/>
            <a:ext cx="8458200" cy="3371255"/>
          </a:xfrm>
          <a:prstGeom prst="roundRect">
            <a:avLst>
              <a:gd name="adj" fmla="val 5651"/>
            </a:avLst>
          </a:prstGeom>
          <a:solidFill>
            <a:srgbClr val="FFFFFF"/>
          </a:solidFill>
          <a:ln w="38100">
            <a:solidFill>
              <a:srgbClr val="3A6B3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800" y="1533525"/>
            <a:ext cx="77724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324"/>
              </a:spcAft>
              <a:buNone/>
            </a:pPr>
            <a:r>
              <a:rPr lang="en-US" sz="2800" b="1" dirty="0">
                <a:solidFill>
                  <a:srgbClr val="3A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Golden Rule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2238226"/>
            <a:ext cx="7772400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</a:t>
            </a:r>
            <a:pPr algn="ctr" indent="0" marL="0">
              <a:lnSpc>
                <a:spcPts val="28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</a:t>
            </a:r>
            <a:pPr algn="ctr" indent="0" marL="0">
              <a:lnSpc>
                <a:spcPts val="28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variable,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847677"/>
            <a:ext cx="7772400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</a:t>
            </a:r>
            <a:pPr algn="ctr" indent="0" marL="0">
              <a:lnSpc>
                <a:spcPts val="28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</a:t>
            </a:r>
            <a:pPr algn="ctr" indent="0" marL="0">
              <a:lnSpc>
                <a:spcPts val="28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variable,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3457129"/>
            <a:ext cx="7772400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</a:t>
            </a:r>
            <a:pPr algn="ctr" indent="0" marL="0">
              <a:lnSpc>
                <a:spcPts val="28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ELSE</a:t>
            </a:r>
            <a:pPr algn="ctr" indent="0" marL="0">
              <a:lnSpc>
                <a:spcPts val="28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same!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3A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190500"/>
            <a:ext cx="9326880" cy="352425"/>
          </a:xfrm>
          <a:prstGeom prst="rect">
            <a:avLst/>
          </a:prstGeom>
          <a:noFill/>
          <a:ln/>
        </p:spPr>
        <p:txBody>
          <a:bodyPr wrap="square" lIns="38100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F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Variables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96168" y="987326"/>
            <a:ext cx="2793950" cy="2330351"/>
          </a:xfrm>
          <a:prstGeom prst="roundRect">
            <a:avLst>
              <a:gd name="adj" fmla="val 43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508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96168" y="1034951"/>
            <a:ext cx="2793950" cy="0"/>
          </a:xfrm>
          <a:prstGeom prst="line">
            <a:avLst/>
          </a:prstGeom>
          <a:noFill/>
          <a:ln w="95250">
            <a:solidFill>
              <a:srgbClr val="E07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2538" y="1501676"/>
            <a:ext cx="24612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3A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86668" y="1996976"/>
            <a:ext cx="2412950" cy="5651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77168" y="1996976"/>
            <a:ext cx="22668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variable you </a:t>
            </a:r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</a:t>
            </a:r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7168" y="2362051"/>
            <a:ext cx="22668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The amount of light.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74950" y="987326"/>
            <a:ext cx="2793950" cy="2330351"/>
          </a:xfrm>
          <a:prstGeom prst="roundRect">
            <a:avLst>
              <a:gd name="adj" fmla="val 43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508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174950" y="1034951"/>
            <a:ext cx="2793950" cy="0"/>
          </a:xfrm>
          <a:prstGeom prst="line">
            <a:avLst/>
          </a:prstGeom>
          <a:noFill/>
          <a:ln w="95250">
            <a:solidFill>
              <a:srgbClr val="81B2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41321" y="1501676"/>
            <a:ext cx="24612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3A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65450" y="1996976"/>
            <a:ext cx="2412950" cy="765125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55950" y="1996976"/>
            <a:ext cx="22668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variable you </a:t>
            </a:r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55950" y="2362051"/>
            <a:ext cx="226689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How much the plant grows.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53584" y="987326"/>
            <a:ext cx="2793950" cy="2330351"/>
          </a:xfrm>
          <a:prstGeom prst="roundRect">
            <a:avLst>
              <a:gd name="adj" fmla="val 43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508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053584" y="1034951"/>
            <a:ext cx="2793950" cy="0"/>
          </a:xfrm>
          <a:prstGeom prst="line">
            <a:avLst/>
          </a:prstGeom>
          <a:noFill/>
          <a:ln w="95250">
            <a:solidFill>
              <a:srgbClr val="F2CC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9954" y="1501676"/>
            <a:ext cx="24612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3A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44084" y="1996976"/>
            <a:ext cx="2412950" cy="96515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34584" y="1996976"/>
            <a:ext cx="226689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variables you </a:t>
            </a:r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SAME</a:t>
            </a:r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34584" y="2562076"/>
            <a:ext cx="226689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Soil type, pot size, amount of water.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3A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190500"/>
            <a:ext cx="9326880" cy="352425"/>
          </a:xfrm>
          <a:prstGeom prst="rect">
            <a:avLst/>
          </a:prstGeom>
          <a:noFill/>
          <a:ln/>
        </p:spPr>
        <p:txBody>
          <a:bodyPr wrap="square" lIns="38100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F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Turn!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1114425"/>
            <a:ext cx="8508802" cy="2802136"/>
          </a:xfrm>
          <a:prstGeom prst="roundRect">
            <a:avLst>
              <a:gd name="adj" fmla="val 453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8450" y="1431875"/>
            <a:ext cx="803137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992"/>
              </a:spcAft>
              <a:buNone/>
            </a:pPr>
            <a:r>
              <a:rPr lang="en-US" sz="2400" b="1" dirty="0">
                <a:solidFill>
                  <a:srgbClr val="3A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these in your science book: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98450" y="2037159"/>
            <a:ext cx="7873901" cy="1358801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5901" y="2037159"/>
            <a:ext cx="77075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might an extreme increase in temperature affect the growth of mould?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5901" y="2478435"/>
            <a:ext cx="77075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it important to only change ONE variable in a scientific investigation?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5901" y="2919710"/>
            <a:ext cx="7707579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were investigating how salinity affects germination, what variables would you need to keep</a:t>
            </a:r>
            <a:endParaRPr lang="en-US" sz="1600" dirty="0"/>
          </a:p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 the same?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3A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190500"/>
            <a:ext cx="9326880" cy="352425"/>
          </a:xfrm>
          <a:prstGeom prst="rect">
            <a:avLst/>
          </a:prstGeom>
          <a:noFill/>
          <a:ln/>
        </p:spPr>
        <p:txBody>
          <a:bodyPr wrap="square" lIns="38100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F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Test Challenge #1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1114425"/>
            <a:ext cx="8632627" cy="2463701"/>
          </a:xfrm>
          <a:prstGeom prst="roundRect">
            <a:avLst>
              <a:gd name="adj" fmla="val 515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42913" y="1114425"/>
            <a:ext cx="0" cy="2463701"/>
          </a:xfrm>
          <a:prstGeom prst="line">
            <a:avLst/>
          </a:prstGeom>
          <a:noFill/>
          <a:ln w="123825">
            <a:solidFill>
              <a:srgbClr val="E07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275" y="1431875"/>
            <a:ext cx="803137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26"/>
              </a:spcAft>
              <a:buNone/>
            </a:pPr>
            <a:r>
              <a:rPr lang="en-US" sz="2200" b="1" dirty="0">
                <a:solidFill>
                  <a:srgbClr val="3A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Bread Experiment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275" y="1987600"/>
            <a:ext cx="803137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5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 wants to see if light affects mould growth. She puts one piece of bread in a </a:t>
            </a:r>
            <a:pPr algn="l" indent="0" marL="0">
              <a:spcBef>
                <a:spcPts val="1800"/>
              </a:spcBef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dark, cool cupboard</a:t>
            </a:r>
            <a:pPr algn="l" indent="0" marL="0">
              <a:spcBef>
                <a:spcPts val="1800"/>
              </a:spcBef>
              <a:spcAft>
                <a:spcPts val="15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another piece on a </a:t>
            </a:r>
            <a:pPr algn="l" indent="0" marL="0">
              <a:spcBef>
                <a:spcPts val="1800"/>
              </a:spcBef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sunny, warm windowsill</a:t>
            </a:r>
            <a:pPr algn="l" indent="0" marL="0">
              <a:spcBef>
                <a:spcPts val="1800"/>
              </a:spcBef>
              <a:spcAft>
                <a:spcPts val="15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275" y="2774900"/>
            <a:ext cx="803137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1500"/>
              </a:spcAft>
              <a:buNone/>
            </a:pPr>
            <a:r>
              <a:rPr lang="en-US" sz="20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this a Fair Test? Why or why not?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3A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190500"/>
            <a:ext cx="9326880" cy="352425"/>
          </a:xfrm>
          <a:prstGeom prst="rect">
            <a:avLst/>
          </a:prstGeom>
          <a:noFill/>
          <a:ln/>
        </p:spPr>
        <p:txBody>
          <a:bodyPr wrap="square" lIns="38100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F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Test Challenge #2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1114425"/>
            <a:ext cx="8632627" cy="2730401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42913" y="1114425"/>
            <a:ext cx="0" cy="2730401"/>
          </a:xfrm>
          <a:prstGeom prst="line">
            <a:avLst/>
          </a:prstGeom>
          <a:noFill/>
          <a:ln w="123825">
            <a:solidFill>
              <a:srgbClr val="81B2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275" y="1431875"/>
            <a:ext cx="803137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26"/>
              </a:spcAft>
              <a:buNone/>
            </a:pPr>
            <a:r>
              <a:rPr lang="en-US" sz="2200" b="1" dirty="0">
                <a:solidFill>
                  <a:srgbClr val="3A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Seed Soaker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275" y="1987600"/>
            <a:ext cx="8031379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5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 wants to know if seeds grow better in water or vinegar. He puts 10 seeds in two identical pots. Both pots stay on the </a:t>
            </a:r>
            <a:pPr algn="l" indent="0" marL="0">
              <a:spcBef>
                <a:spcPts val="1800"/>
              </a:spcBef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table</a:t>
            </a:r>
            <a:pPr algn="l" indent="0" marL="0">
              <a:spcBef>
                <a:spcPts val="1800"/>
              </a:spcBef>
              <a:spcAft>
                <a:spcPts val="15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get the </a:t>
            </a:r>
            <a:pPr algn="l" indent="0" marL="0">
              <a:spcBef>
                <a:spcPts val="1800"/>
              </a:spcBef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amount of liquid</a:t>
            </a:r>
            <a:pPr algn="l" indent="0" marL="0">
              <a:spcBef>
                <a:spcPts val="1800"/>
              </a:spcBef>
              <a:spcAft>
                <a:spcPts val="15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275" y="3041600"/>
            <a:ext cx="803137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1500"/>
              </a:spcAft>
              <a:buNone/>
            </a:pPr>
            <a:r>
              <a:rPr lang="en-US" sz="2000" b="1" dirty="0">
                <a:solidFill>
                  <a:srgbClr val="81B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this a Fair Test? Why or why not?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3A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190500"/>
            <a:ext cx="9326880" cy="352425"/>
          </a:xfrm>
          <a:prstGeom prst="rect">
            <a:avLst/>
          </a:prstGeom>
          <a:noFill/>
          <a:ln/>
        </p:spPr>
        <p:txBody>
          <a:bodyPr wrap="square" lIns="38100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F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Test Challenge #3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1114425"/>
            <a:ext cx="8632627" cy="2730401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42913" y="1114425"/>
            <a:ext cx="0" cy="2730401"/>
          </a:xfrm>
          <a:prstGeom prst="line">
            <a:avLst/>
          </a:prstGeom>
          <a:noFill/>
          <a:ln w="123825">
            <a:solidFill>
              <a:srgbClr val="F2CC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275" y="1431875"/>
            <a:ext cx="803137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26"/>
              </a:spcAft>
              <a:buNone/>
            </a:pPr>
            <a:r>
              <a:rPr lang="en-US" sz="2200" b="1" dirty="0">
                <a:solidFill>
                  <a:srgbClr val="3A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Fertilizer Power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275" y="1987600"/>
            <a:ext cx="8031379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5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Emily tests two different fertilizers. She gives Fertilizer A to a plant and waters it </a:t>
            </a:r>
            <a:pPr algn="l" indent="0" marL="0">
              <a:spcBef>
                <a:spcPts val="1800"/>
              </a:spcBef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day</a:t>
            </a:r>
            <a:pPr algn="l" indent="0" marL="0">
              <a:spcBef>
                <a:spcPts val="1800"/>
              </a:spcBef>
              <a:spcAft>
                <a:spcPts val="15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She gives Fertilizer B to another plant but only waters it </a:t>
            </a:r>
            <a:pPr algn="l" indent="0" marL="0">
              <a:spcBef>
                <a:spcPts val="1800"/>
              </a:spcBef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a week</a:t>
            </a:r>
            <a:pPr algn="l" indent="0" marL="0">
              <a:spcBef>
                <a:spcPts val="1800"/>
              </a:spcBef>
              <a:spcAft>
                <a:spcPts val="15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275" y="3041600"/>
            <a:ext cx="803137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1500"/>
              </a:spcAft>
              <a:buNone/>
            </a:pPr>
            <a:r>
              <a:rPr lang="en-US" sz="2000" b="1" dirty="0">
                <a:solidFill>
                  <a:srgbClr val="F2C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this a Fair Test? Why or why not?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3A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190500"/>
            <a:ext cx="9326880" cy="352425"/>
          </a:xfrm>
          <a:prstGeom prst="rect">
            <a:avLst/>
          </a:prstGeom>
          <a:noFill/>
          <a:ln/>
        </p:spPr>
        <p:txBody>
          <a:bodyPr wrap="square" lIns="38100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F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Test Challenge #4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1114425"/>
            <a:ext cx="8632627" cy="2463701"/>
          </a:xfrm>
          <a:prstGeom prst="roundRect">
            <a:avLst>
              <a:gd name="adj" fmla="val 515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42913" y="1114425"/>
            <a:ext cx="0" cy="2463701"/>
          </a:xfrm>
          <a:prstGeom prst="line">
            <a:avLst/>
          </a:prstGeom>
          <a:noFill/>
          <a:ln w="123825">
            <a:solidFill>
              <a:srgbClr val="3D40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275" y="1431875"/>
            <a:ext cx="803137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26"/>
              </a:spcAft>
              <a:buNone/>
            </a:pPr>
            <a:r>
              <a:rPr lang="en-US" sz="2200" b="1" dirty="0">
                <a:solidFill>
                  <a:srgbClr val="3A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Salt vs Fresh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275" y="1987600"/>
            <a:ext cx="803137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5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 wants to see if salt water stops seeds from sprouting. He puts </a:t>
            </a:r>
            <a:pPr algn="l" indent="0" marL="0">
              <a:spcBef>
                <a:spcPts val="1800"/>
              </a:spcBef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seeds</a:t>
            </a:r>
            <a:pPr algn="l" indent="0" marL="0">
              <a:spcBef>
                <a:spcPts val="1800"/>
              </a:spcBef>
              <a:spcAft>
                <a:spcPts val="15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 fresh water pot and only </a:t>
            </a:r>
            <a:pPr algn="l" indent="0" marL="0">
              <a:spcBef>
                <a:spcPts val="1800"/>
              </a:spcBef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seeds</a:t>
            </a:r>
            <a:pPr algn="l" indent="0" marL="0">
              <a:spcBef>
                <a:spcPts val="1800"/>
              </a:spcBef>
              <a:spcAft>
                <a:spcPts val="15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 salt water pot.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275" y="2774900"/>
            <a:ext cx="803137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1500"/>
              </a:spcAft>
              <a:buNone/>
            </a:pPr>
            <a:r>
              <a:rPr lang="en-US" sz="2000" b="1" dirty="0">
                <a:solidFill>
                  <a:srgbClr val="3D4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this a Fair Test? Why or why not?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Biology: Mould - Lessons 3 &amp; 4</dc:title>
  <dc:subject>PptxGenJS Presentation</dc:subject>
  <dc:creator>Antigravity</dc:creator>
  <cp:lastModifiedBy>Antigravity</cp:lastModifiedBy>
  <cp:revision>1</cp:revision>
  <dcterms:created xsi:type="dcterms:W3CDTF">2026-02-25T02:36:53Z</dcterms:created>
  <dcterms:modified xsi:type="dcterms:W3CDTF">2026-02-25T02:36:53Z</dcterms:modified>
</cp:coreProperties>
</file>