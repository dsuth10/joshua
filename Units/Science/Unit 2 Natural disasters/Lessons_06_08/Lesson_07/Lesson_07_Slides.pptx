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Lesson 7: Structure &amp; Convection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Recall Quiz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1. Min sea temp? (26.5°C)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2. Wind speed? (62 km/h)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3. Australia term? (Cyclone)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4. Rotation direction? (Clockwise)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5. Calm centre? (Eye)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Cyclone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- Eye: Calm centre, low pressure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- Eye Wall: Strongest winds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- Rain Bands: Spiral arms of rain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- Spiral Arms: Extend outward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Aftermath: Cyclone Tracy</a:t>
            </a:r>
            <a:endParaRPr lang="en-US" sz="3600" dirty="0"/>
          </a:p>
        </p:txBody>
      </p:sp>
      <p:pic>
        <p:nvPicPr>
          <p:cNvPr id="3" name="Image 0" descr="../../English/English_Unit_2/Resources/Website/Cyclones/Cyclone_Tracy/Subur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Failure: Cyclone Althea</a:t>
            </a:r>
            <a:endParaRPr lang="en-US" sz="3600" dirty="0"/>
          </a:p>
        </p:txBody>
      </p:sp>
      <p:pic>
        <p:nvPicPr>
          <p:cNvPr id="3" name="Image 0" descr="../../English/English_Unit_2/Resources/Website/Cyclones/Cyclone_Althea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Labelled vs Annotated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- Labelled: Names only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- Annotated: Names + Explanations of features.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Convection Currents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1. Warm fluid RISES (less dense)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2. Cool fluid SINKS (more dense)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3. Circular movement forms.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4. Drives cyclone formation.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2026-05-09T11:14:22Z</dcterms:created>
  <dcterms:modified xsi:type="dcterms:W3CDTF">2026-05-09T11:14:22Z</dcterms:modified>
</cp:coreProperties>
</file>