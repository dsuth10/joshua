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Lesson 8: Modelling Cyclones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Why do they spin?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The Coriolis Effect: Earth's rotation deflects air.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Southern Hemisphere = CLOCKWISE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Cyclone George (2007)</a:t>
            </a:r>
            <a:endParaRPr lang="en-US" sz="3600" dirty="0"/>
          </a:p>
        </p:txBody>
      </p:sp>
      <p:pic>
        <p:nvPicPr>
          <p:cNvPr id="3" name="Image 0" descr="../../English/English_Unit_2/Resources/Website/Cyclones/Cyclone_George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Mining Damage: Cyclone George</a:t>
            </a:r>
            <a:endParaRPr lang="en-US" sz="3600" dirty="0"/>
          </a:p>
        </p:txBody>
      </p:sp>
      <p:pic>
        <p:nvPicPr>
          <p:cNvPr id="3" name="Image 0" descr="../../English/English_Unit_2/Resources/Website/Cyclones/Cyclone_George/mine-da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Deadliest: Cyclone Mahina</a:t>
            </a:r>
            <a:endParaRPr lang="en-US" sz="3600" dirty="0"/>
          </a:p>
        </p:txBody>
      </p:sp>
      <p:pic>
        <p:nvPicPr>
          <p:cNvPr id="3" name="Image 0" descr="../../English/English_Unit_2/Resources/Website/Cyclones/Cyclone_Mahina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Cyclone History Timeline</a:t>
            </a:r>
            <a:endParaRPr lang="en-US" sz="3600" dirty="0"/>
          </a:p>
        </p:txBody>
      </p:sp>
      <p:pic>
        <p:nvPicPr>
          <p:cNvPr id="3" name="Image 0" descr="../../English/English_Unit_2/Resources/Website/Cyclones/Screenshot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2026-05-09T10:46:50Z</dcterms:created>
  <dcterms:modified xsi:type="dcterms:W3CDTF">2026-05-09T10:46:50Z</dcterms:modified>
</cp:coreProperties>
</file>