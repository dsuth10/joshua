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61" r:id="rId3"/>
    <p:sldId id="262" r:id="rId4"/>
    <p:sldId id="263" r:id="rId5"/>
    <p:sldId id="265" r:id="rId6"/>
    <p:sldId id="267" r:id="rId7"/>
    <p:sldId id="269" r:id="rId8"/>
    <p:sldId id="271" r:id="rId9"/>
    <p:sldId id="272" r:id="rId10"/>
    <p:sldId id="279" r:id="rId11"/>
    <p:sldId id="273" r:id="rId12"/>
    <p:sldId id="274" r:id="rId13"/>
    <p:sldId id="275" r:id="rId14"/>
    <p:sldId id="266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z" initials="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E28CB5-CC6F-4C38-BC82-E3A549E1DF93}" v="3" dt="2023-06-01T22:15:51.3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657" autoAdjust="0"/>
  </p:normalViewPr>
  <p:slideViewPr>
    <p:cSldViewPr>
      <p:cViewPr varScale="1">
        <p:scale>
          <a:sx n="107" d="100"/>
          <a:sy n="107" d="100"/>
        </p:scale>
        <p:origin x="101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EEDC231-E6D3-48F8-9098-7254C897E513}" type="datetimeFigureOut">
              <a:rPr lang="en-AU"/>
              <a:pPr/>
              <a:t>2/06/2023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AU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255AD5C-74E8-4E62-B13E-96DCFB443365}" type="slidenum">
              <a:rPr lang="en-AU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900318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 dirty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F3536ED-D1B0-4EB5-885C-12F26F6644F5}" type="slidenum">
              <a:rPr lang="en-AU"/>
              <a:pPr eaLnBrk="1" hangingPunct="1"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75016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236496F-7952-41B8-BC8A-B73472687881}" type="slidenum">
              <a:rPr lang="en-AU"/>
              <a:pPr eaLnBrk="1" hangingPunct="1"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9966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AC32BAF-1C7D-4582-BFEC-3CE320BC9CF7}" type="slidenum">
              <a:rPr lang="en-AU"/>
              <a:pPr eaLnBrk="1" hangingPunct="1"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2286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1F91B35-E276-4A1C-8C8E-E8AAAF37F80F}" type="slidenum">
              <a:rPr lang="en-AU"/>
              <a:pPr eaLnBrk="1" hangingPunct="1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99791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42B5B55-0307-4027-A894-C72F8A85AECE}" type="slidenum">
              <a:rPr lang="en-AU"/>
              <a:pPr eaLnBrk="1" hangingPunct="1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71592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FC753C8-E531-4585-935F-BD0CDFE313F2}" type="slidenum">
              <a:rPr lang="en-AU"/>
              <a:pPr eaLnBrk="1" hangingPunct="1"/>
              <a:t>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12915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EABEE03-82E8-4E12-BD73-31FD76DF9B9C}" type="slidenum">
              <a:rPr lang="en-AU"/>
              <a:pPr eaLnBrk="1" hangingPunct="1"/>
              <a:t>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01823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EF0A8131-9C6B-487B-B46A-0A341167E4F2}" type="datetime1">
              <a:rPr lang="en-AU" smtClean="0"/>
              <a:t>2/06/2023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131B3210-26E1-47DE-9D54-3F84DDC92667}" type="slidenum">
              <a:rPr lang="en-AU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03802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984800E6-E282-4EE5-8A59-DF1F7E4F7366}" type="datetime1">
              <a:rPr lang="en-AU" smtClean="0"/>
              <a:t>2/06/2023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CFC0E9D3-9DDC-4EEA-ACDF-8C4F50D992C5}" type="slidenum">
              <a:rPr lang="en-AU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7310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A52A193D-DF8C-47A5-B47B-93083835FC90}" type="datetime1">
              <a:rPr lang="en-AU" smtClean="0"/>
              <a:t>2/06/2023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CC1D9FAE-9465-451B-8143-77D23C209A1D}" type="slidenum">
              <a:rPr lang="en-AU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51197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AE091446-31FB-41B5-94DB-E848947728D6}" type="datetime1">
              <a:rPr lang="en-AU" smtClean="0"/>
              <a:t>2/06/2023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B8DB2360-A03D-4DF5-90C3-9193B5248AFA}" type="slidenum">
              <a:rPr lang="en-AU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3336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01A44FF0-6810-4453-B4E7-C02836E80BBE}" type="datetime1">
              <a:rPr lang="en-AU" smtClean="0"/>
              <a:t>2/06/2023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A337A358-14CF-4ED4-914B-D45B021614C8}" type="slidenum">
              <a:rPr lang="en-AU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62186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26EB52E1-1869-4E4D-92C3-216511AB0B3F}" type="datetime1">
              <a:rPr lang="en-AU" smtClean="0"/>
              <a:t>2/06/2023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D20BE3D1-97FA-4CF9-9CB3-EAA28E7A5B7B}" type="slidenum">
              <a:rPr lang="en-AU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82893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71CA834F-E582-45FD-AFE5-8D9886EB5A5B}" type="datetime1">
              <a:rPr lang="en-AU" smtClean="0"/>
              <a:t>2/06/2023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F85943C1-88E6-4711-AEB5-83BCF3E433DD}" type="slidenum">
              <a:rPr lang="en-AU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522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CAA264C8-EAAC-4157-874B-7F241AFEC62D}" type="datetime1">
              <a:rPr lang="en-AU" smtClean="0"/>
              <a:t>2/06/2023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D6189F6D-C8C3-42CC-ADF6-25804032558E}" type="slidenum">
              <a:rPr lang="en-AU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7821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AU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2406A04C-D414-405B-9B66-B6C42382A40A}" type="datetime1">
              <a:rPr lang="en-AU" smtClean="0"/>
              <a:t>2/06/2023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89C7A032-A79D-4A43-B214-F7F01D170C25}" type="slidenum">
              <a:rPr lang="en-AU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22499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B02F3955-1B9B-4334-B12E-87FC505D157C}" type="datetime1">
              <a:rPr lang="en-AU" smtClean="0"/>
              <a:t>2/06/2023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4DDD2918-0CCD-4CF3-8870-6C1A75A93FAD}" type="slidenum">
              <a:rPr lang="en-AU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40689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F695DC1A-5ED2-40EE-845C-1DE43F04E154}" type="datetime1">
              <a:rPr lang="en-AU" smtClean="0"/>
              <a:t>2/06/2023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CF5DD996-3A34-4E14-AD62-FB7075679448}" type="slidenum">
              <a:rPr lang="en-AU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8855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AU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AU" alt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>
                <a:solidFill>
                  <a:srgbClr val="000000"/>
                </a:solidFill>
                <a:latin typeface="Arial"/>
                <a:ea typeface="+mn-ea"/>
                <a:cs typeface="Arial"/>
              </a:rPr>
              <a:t>Sci_Y06_U3_SS_BeaufortWindEvid</a:t>
            </a:r>
          </a:p>
        </p:txBody>
      </p:sp>
      <p:pic>
        <p:nvPicPr>
          <p:cNvPr id="8" name="Picture 7" descr="C2CIcon.png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10" name="Picture 9" descr="Qld-CoA-1LS-S-mono-webTRANS.png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3964" y="6575577"/>
            <a:ext cx="1313166" cy="227142"/>
          </a:xfrm>
          <a:prstGeom prst="rect">
            <a:avLst/>
          </a:prstGeom>
        </p:spPr>
      </p:pic>
      <p:pic>
        <p:nvPicPr>
          <p:cNvPr id="11" name="Picture 10" descr="DET2016.png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0000" y="6593809"/>
            <a:ext cx="1584000" cy="1876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19572" y="692696"/>
            <a:ext cx="7704856" cy="511256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70701" y="836712"/>
            <a:ext cx="7802598" cy="4524315"/>
          </a:xfrm>
          <a:prstGeom prst="rect">
            <a:avLst/>
          </a:prstGeom>
          <a:noFill/>
          <a:effectLst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</a:rPr>
              <a:t>Beaufort</a:t>
            </a:r>
            <a:br>
              <a:rPr lang="en-US" sz="96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sz="9600" dirty="0">
                <a:solidFill>
                  <a:schemeClr val="bg1"/>
                </a:solidFill>
                <a:latin typeface="Arial" panose="020B0604020202020204" pitchFamily="34" charset="0"/>
              </a:rPr>
              <a:t> wind scale evidence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B2D8A-D5EA-121D-9A38-C2562B2F9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43C1-88E6-4711-AEB5-83BCF3E433DD}" type="slidenum">
              <a:rPr lang="en-AU" smtClean="0"/>
              <a:pPr/>
              <a:t>1</a:t>
            </a:fld>
            <a:endParaRPr lang="en-A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568" y="476672"/>
            <a:ext cx="4173928" cy="556523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6627" name="TextBox 2"/>
          <p:cNvSpPr txBox="1">
            <a:spLocks noChangeArrowheads="1"/>
          </p:cNvSpPr>
          <p:nvPr/>
        </p:nvSpPr>
        <p:spPr bwMode="auto">
          <a:xfrm>
            <a:off x="5220072" y="548680"/>
            <a:ext cx="3240360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22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200" dirty="0">
                <a:latin typeface="Arial" panose="020B0604020202020204" pitchFamily="34" charset="0"/>
              </a:rPr>
              <a:t>Roofing hangs off a walkway at Hambledon State School after Severe Tropical Cyclone Yasi.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20072" y="5805264"/>
            <a:ext cx="3816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en-US" sz="800" dirty="0">
                <a:latin typeface="Calibri"/>
                <a:cs typeface="Calibri"/>
              </a:rPr>
              <a:t>Image courtesy of: Kathleen Maccoll.  Used with permission.</a:t>
            </a:r>
          </a:p>
          <a:p>
            <a:endParaRPr lang="en-AU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31B58-7152-26BF-E7FE-4C074F572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43C1-88E6-4711-AEB5-83BCF3E433DD}" type="slidenum">
              <a:rPr lang="en-AU" smtClean="0"/>
              <a:pPr/>
              <a:t>2</a:t>
            </a:fld>
            <a:endParaRPr lang="en-A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8011" y="476672"/>
            <a:ext cx="7247978" cy="54366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2159732" y="6093597"/>
            <a:ext cx="48245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altLang="en-US" sz="800" dirty="0">
                <a:solidFill>
                  <a:schemeClr val="bg1">
                    <a:lumMod val="65000"/>
                  </a:schemeClr>
                </a:solidFill>
                <a:latin typeface="Calibri"/>
                <a:cs typeface="Calibri"/>
              </a:rPr>
              <a:t>http://www.morguefile.com/archive/display/704365</a:t>
            </a:r>
            <a:endParaRPr lang="en-AU" sz="800" dirty="0">
              <a:solidFill>
                <a:schemeClr val="bg1">
                  <a:lumMod val="6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E5D53-3218-CE4B-7B34-E515D8DB9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43C1-88E6-4711-AEB5-83BCF3E433DD}" type="slidenum">
              <a:rPr lang="en-AU" smtClean="0"/>
              <a:pPr/>
              <a:t>3</a:t>
            </a:fld>
            <a:endParaRPr lang="en-A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8" y="548680"/>
            <a:ext cx="7056784" cy="52925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2347626" y="6021288"/>
            <a:ext cx="4448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altLang="en-US" sz="800" dirty="0">
                <a:latin typeface="Arial" panose="020B0604020202020204" pitchFamily="34" charset="0"/>
              </a:rPr>
              <a:t>Image courtesy of: Vivienne Alexander.  Used with permission.</a:t>
            </a:r>
          </a:p>
          <a:p>
            <a:endParaRPr lang="en-AU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90351-8542-C9FE-E45D-6C5312A40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43C1-88E6-4711-AEB5-83BCF3E433DD}" type="slidenum">
              <a:rPr lang="en-AU" smtClean="0"/>
              <a:pPr/>
              <a:t>4</a:t>
            </a:fld>
            <a:endParaRPr lang="en-A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extBox 3"/>
          <p:cNvSpPr txBox="1">
            <a:spLocks noChangeArrowheads="1"/>
          </p:cNvSpPr>
          <p:nvPr/>
        </p:nvSpPr>
        <p:spPr bwMode="auto">
          <a:xfrm>
            <a:off x="0" y="332656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22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dirty="0">
                <a:latin typeface="Arial" panose="020B0604020202020204" pitchFamily="34" charset="0"/>
              </a:rPr>
              <a:t>Trees bending in the wind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2545" y="1052736"/>
            <a:ext cx="6258911" cy="469418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" name="TextBox 1"/>
          <p:cNvSpPr txBox="1"/>
          <p:nvPr/>
        </p:nvSpPr>
        <p:spPr>
          <a:xfrm>
            <a:off x="2375756" y="5889625"/>
            <a:ext cx="43924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00" dirty="0">
                <a:latin typeface="Calibri"/>
                <a:cs typeface="Calibri"/>
              </a:rPr>
              <a:t>Teemu Maki from fi CC BY-SA 3.0 </a:t>
            </a:r>
            <a:r>
              <a:rPr lang="en-AU" sz="800" dirty="0">
                <a:solidFill>
                  <a:schemeClr val="bg1">
                    <a:lumMod val="65000"/>
                  </a:schemeClr>
                </a:solidFill>
                <a:latin typeface="Calibri"/>
                <a:cs typeface="Calibri"/>
              </a:rPr>
              <a:t>https://creativecommons.org/licenses/by-sa/3.0/deed.en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EE185-857E-B24C-AD51-1617BBAB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43C1-88E6-4711-AEB5-83BCF3E433DD}" type="slidenum">
              <a:rPr lang="en-AU" smtClean="0"/>
              <a:pPr/>
              <a:t>5</a:t>
            </a:fld>
            <a:endParaRPr lang="en-A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605" y="570166"/>
            <a:ext cx="7104791" cy="532859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2843808" y="6042774"/>
            <a:ext cx="3456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altLang="en-US" sz="800" dirty="0">
                <a:latin typeface="Calibri"/>
                <a:cs typeface="Calibri"/>
              </a:rPr>
              <a:t>Image courtesy of: Kathleen Maccoll.  Used with permission.</a:t>
            </a:r>
          </a:p>
          <a:p>
            <a:pPr algn="ctr"/>
            <a:endParaRPr lang="en-AU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1A3E1-E68D-82B7-E4FA-7E304BD7E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43C1-88E6-4711-AEB5-83BCF3E433DD}" type="slidenum">
              <a:rPr lang="en-AU" smtClean="0"/>
              <a:pPr/>
              <a:t>6</a:t>
            </a:fld>
            <a:endParaRPr lang="en-A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8611" y="980728"/>
            <a:ext cx="6686779" cy="501508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4819" name="TextBox 2"/>
          <p:cNvSpPr txBox="1">
            <a:spLocks noChangeArrowheads="1"/>
          </p:cNvSpPr>
          <p:nvPr/>
        </p:nvSpPr>
        <p:spPr bwMode="auto">
          <a:xfrm>
            <a:off x="0" y="332656"/>
            <a:ext cx="9144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22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000" dirty="0">
                <a:latin typeface="Arial" panose="020B0604020202020204" pitchFamily="34" charset="0"/>
              </a:rPr>
              <a:t>A shed destroyed by Severe Tropical Cyclone Yasi just north of Cardwell.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9832" y="6165304"/>
            <a:ext cx="3024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altLang="en-US" sz="800" dirty="0">
                <a:latin typeface="Arial" panose="020B0604020202020204" pitchFamily="34" charset="0"/>
              </a:rPr>
              <a:t>Image courtesy of: Kathleen Maccoll.  Used with permission.</a:t>
            </a:r>
          </a:p>
          <a:p>
            <a:pPr algn="ctr"/>
            <a:endParaRPr lang="en-AU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A7887-9792-11C5-9353-3610DD9A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43C1-88E6-4711-AEB5-83BCF3E433DD}" type="slidenum">
              <a:rPr lang="en-AU" smtClean="0"/>
              <a:pPr/>
              <a:t>7</a:t>
            </a:fld>
            <a:endParaRPr lang="en-A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584" y="548680"/>
            <a:ext cx="4140460" cy="55206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5843" name="TextBox 3"/>
          <p:cNvSpPr txBox="1">
            <a:spLocks noChangeArrowheads="1"/>
          </p:cNvSpPr>
          <p:nvPr/>
        </p:nvSpPr>
        <p:spPr bwMode="auto">
          <a:xfrm>
            <a:off x="5220072" y="476672"/>
            <a:ext cx="2989263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22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200" dirty="0">
                <a:latin typeface="Arial" panose="020B0604020202020204" pitchFamily="34" charset="0"/>
              </a:rPr>
              <a:t>Some of the tree damage from severe Tropical Cyclone Yasi on the south side of Cairns (Edmonton).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20072" y="5949280"/>
            <a:ext cx="3672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en-US" sz="800" dirty="0">
                <a:latin typeface="Calibri"/>
                <a:cs typeface="Calibri"/>
              </a:rPr>
              <a:t>Image courtesy of: Kathleen Maccoll.  Used with permission.</a:t>
            </a:r>
          </a:p>
          <a:p>
            <a:endParaRPr lang="en-AU" sz="800" dirty="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832D8-0852-4715-12E7-C830C77EE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43C1-88E6-4711-AEB5-83BCF3E433DD}" type="slidenum">
              <a:rPr lang="en-AU" smtClean="0"/>
              <a:pPr/>
              <a:t>8</a:t>
            </a:fld>
            <a:endParaRPr lang="en-A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568" y="620688"/>
            <a:ext cx="4144397" cy="552586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6867" name="TextBox 2"/>
          <p:cNvSpPr txBox="1">
            <a:spLocks noChangeArrowheads="1"/>
          </p:cNvSpPr>
          <p:nvPr/>
        </p:nvSpPr>
        <p:spPr bwMode="auto">
          <a:xfrm>
            <a:off x="5076056" y="548680"/>
            <a:ext cx="3057525" cy="2800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22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200" dirty="0">
                <a:latin typeface="Arial" panose="020B0604020202020204" pitchFamily="34" charset="0"/>
              </a:rPr>
              <a:t>This large tree was blown down during the winds of severe Tropical Cyclone Yasi.  This tree stood on the oval at Hambledon State School on the south side of Cairns.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20072" y="5949280"/>
            <a:ext cx="3672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en-US" sz="800" dirty="0">
                <a:latin typeface="Calibri"/>
                <a:cs typeface="Calibri"/>
              </a:rPr>
              <a:t>Image courtesy of: Kathleen Maccoll.  Used with permission.</a:t>
            </a:r>
          </a:p>
          <a:p>
            <a:endParaRPr lang="en-AU" sz="800" dirty="0">
              <a:latin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4AAF6D-E6F5-509C-457A-BFA4CFCD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43C1-88E6-4711-AEB5-83BCF3E433DD}" type="slidenum">
              <a:rPr lang="en-AU" smtClean="0"/>
              <a:pPr/>
              <a:t>9</a:t>
            </a:fld>
            <a:endParaRPr lang="en-A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1519" y="1196752"/>
            <a:ext cx="5960962" cy="447924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2699792" y="476672"/>
            <a:ext cx="3672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altLang="en-US" sz="2200" dirty="0">
                <a:latin typeface="Arial" panose="020B0604020202020204" pitchFamily="34" charset="0"/>
              </a:rPr>
              <a:t>Storm-driven waves</a:t>
            </a:r>
            <a:endParaRPr lang="en-AU"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1799692" y="6093296"/>
            <a:ext cx="55446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800" dirty="0">
                <a:latin typeface="Arial" panose="020B0604020202020204" pitchFamily="34" charset="0"/>
              </a:rPr>
              <a:t>Christine Matthews CC BY-SA 2.0 </a:t>
            </a:r>
            <a:r>
              <a:rPr lang="en-AU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https://creativecommons.org/licenses/by-sa/2.0/deed.en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4B4FAA-7A71-D9B5-5B3E-3785F502E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43C1-88E6-4711-AEB5-83BCF3E433DD}" type="slidenum">
              <a:rPr lang="en-AU" smtClean="0"/>
              <a:pPr/>
              <a:t>10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4003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761" y="908720"/>
            <a:ext cx="7530479" cy="488132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EE7C64-C329-F81E-DABE-C02B3E82C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43C1-88E6-4711-AEB5-83BCF3E433DD}" type="slidenum">
              <a:rPr lang="en-AU" smtClean="0"/>
              <a:pPr/>
              <a:t>11</a:t>
            </a:fld>
            <a:endParaRPr lang="en-A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9836" y="764704"/>
            <a:ext cx="7524328" cy="487734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08EA52-2678-F044-8DB3-97F56273A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43C1-88E6-4711-AEB5-83BCF3E433DD}" type="slidenum">
              <a:rPr lang="en-AU" smtClean="0"/>
              <a:pPr/>
              <a:t>12</a:t>
            </a:fld>
            <a:endParaRPr lang="en-A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576" y="764704"/>
            <a:ext cx="7632848" cy="494768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A284B5-70A2-6B85-4B63-109F8C2FE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43C1-88E6-4711-AEB5-83BCF3E433DD}" type="slidenum">
              <a:rPr lang="en-AU" smtClean="0"/>
              <a:pPr/>
              <a:t>13</a:t>
            </a:fld>
            <a:endParaRPr lang="en-A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1"/>
          <p:cNvSpPr txBox="1">
            <a:spLocks noChangeArrowheads="1"/>
          </p:cNvSpPr>
          <p:nvPr/>
        </p:nvSpPr>
        <p:spPr bwMode="auto">
          <a:xfrm>
            <a:off x="899592" y="764704"/>
            <a:ext cx="7345362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22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Brush Script MT" panose="03060802040406070304" pitchFamily="66" charset="0"/>
              <a:buChar char="O"/>
              <a:defRPr sz="16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lang="en-AU" altLang="en-US" sz="3200" dirty="0">
                <a:latin typeface="Arial" panose="020B0604020202020204" pitchFamily="34" charset="0"/>
              </a:rPr>
              <a:t>Emergency services are on their way to a remote part of Queensland that was hit by a weather event.  </a:t>
            </a:r>
          </a:p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lang="en-AU" altLang="en-US" sz="3200" dirty="0">
                <a:latin typeface="Arial" panose="020B0604020202020204" pitchFamily="34" charset="0"/>
              </a:rPr>
              <a:t>The only information they have is a wind speed of 85 km/h which was recorded by a remote weather station.  </a:t>
            </a:r>
          </a:p>
          <a:p>
            <a:pPr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lang="en-AU" altLang="en-US" sz="3200" dirty="0">
                <a:latin typeface="Arial" panose="020B0604020202020204" pitchFamily="34" charset="0"/>
              </a:rPr>
              <a:t>What damage can they expect to find?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98D588-2540-502E-2B23-5A5BF409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43C1-88E6-4711-AEB5-83BCF3E433DD}" type="slidenum">
              <a:rPr lang="en-AU" smtClean="0"/>
              <a:pPr/>
              <a:t>14</a:t>
            </a:fld>
            <a:endParaRPr lang="en-A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2C blank powerpoint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939</TotalTime>
  <Words>285</Words>
  <Application>Microsoft Office PowerPoint</Application>
  <PresentationFormat>On-screen Show (4:3)</PresentationFormat>
  <Paragraphs>40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C2C blank powerpoint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Queensland Government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LAWRANCE, Mel</dc:creator>
  <cp:lastModifiedBy>SUTHERLAND, Douglas (dsuth10)</cp:lastModifiedBy>
  <cp:revision>58</cp:revision>
  <dcterms:created xsi:type="dcterms:W3CDTF">2012-11-15T21:57:46Z</dcterms:created>
  <dcterms:modified xsi:type="dcterms:W3CDTF">2023-06-01T22:15:58Z</dcterms:modified>
</cp:coreProperties>
</file>