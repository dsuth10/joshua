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8"/>
  </p:handoutMasterIdLst>
  <p:sldIdLst>
    <p:sldId id="256" r:id="rId2"/>
    <p:sldId id="257" r:id="rId3"/>
    <p:sldId id="258" r:id="rId4"/>
    <p:sldId id="259" r:id="rId5"/>
    <p:sldId id="260" r:id="rId6"/>
    <p:sldId id="261" r:id="rId7"/>
  </p:sldIdLst>
  <p:sldSz cx="9144000" cy="6858000" type="screen4x3"/>
  <p:notesSz cx="6858000" cy="9144000"/>
  <p:custDataLst>
    <p:tags r:id="rId9"/>
  </p:custDataLst>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4C12A3-FF3D-49C1-A35B-1DD25433EBC8}" v="10" dt="2024-08-05T02:02:24.5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THERLAND, Douglas (dsuth10)" userId="da8732af-d8e3-4f9b-acd7-59884b2d6263" providerId="ADAL" clId="{C24C12A3-FF3D-49C1-A35B-1DD25433EBC8}"/>
    <pc:docChg chg="modSld">
      <pc:chgData name="SUTHERLAND, Douglas (dsuth10)" userId="da8732af-d8e3-4f9b-acd7-59884b2d6263" providerId="ADAL" clId="{C24C12A3-FF3D-49C1-A35B-1DD25433EBC8}" dt="2024-08-05T02:02:24.555" v="6" actId="478"/>
      <pc:docMkLst>
        <pc:docMk/>
      </pc:docMkLst>
      <pc:sldChg chg="delSp modSp mod">
        <pc:chgData name="SUTHERLAND, Douglas (dsuth10)" userId="da8732af-d8e3-4f9b-acd7-59884b2d6263" providerId="ADAL" clId="{C24C12A3-FF3D-49C1-A35B-1DD25433EBC8}" dt="2024-08-05T02:01:48.897" v="1" actId="478"/>
        <pc:sldMkLst>
          <pc:docMk/>
          <pc:sldMk cId="0" sldId="256"/>
        </pc:sldMkLst>
        <pc:spChg chg="del mod">
          <ac:chgData name="SUTHERLAND, Douglas (dsuth10)" userId="da8732af-d8e3-4f9b-acd7-59884b2d6263" providerId="ADAL" clId="{C24C12A3-FF3D-49C1-A35B-1DD25433EBC8}" dt="2024-08-05T02:01:48.897" v="1" actId="478"/>
          <ac:spMkLst>
            <pc:docMk/>
            <pc:sldMk cId="0" sldId="256"/>
            <ac:spMk id="2053" creationId="{00000000-0000-0000-0000-000000000000}"/>
          </ac:spMkLst>
        </pc:spChg>
      </pc:sldChg>
      <pc:sldChg chg="delSp">
        <pc:chgData name="SUTHERLAND, Douglas (dsuth10)" userId="da8732af-d8e3-4f9b-acd7-59884b2d6263" providerId="ADAL" clId="{C24C12A3-FF3D-49C1-A35B-1DD25433EBC8}" dt="2024-08-05T02:02:06.328" v="2" actId="478"/>
        <pc:sldMkLst>
          <pc:docMk/>
          <pc:sldMk cId="0" sldId="257"/>
        </pc:sldMkLst>
        <pc:spChg chg="del">
          <ac:chgData name="SUTHERLAND, Douglas (dsuth10)" userId="da8732af-d8e3-4f9b-acd7-59884b2d6263" providerId="ADAL" clId="{C24C12A3-FF3D-49C1-A35B-1DD25433EBC8}" dt="2024-08-05T02:02:06.328" v="2" actId="478"/>
          <ac:spMkLst>
            <pc:docMk/>
            <pc:sldMk cId="0" sldId="257"/>
            <ac:spMk id="3076" creationId="{00000000-0000-0000-0000-000000000000}"/>
          </ac:spMkLst>
        </pc:spChg>
      </pc:sldChg>
      <pc:sldChg chg="delSp">
        <pc:chgData name="SUTHERLAND, Douglas (dsuth10)" userId="da8732af-d8e3-4f9b-acd7-59884b2d6263" providerId="ADAL" clId="{C24C12A3-FF3D-49C1-A35B-1DD25433EBC8}" dt="2024-08-05T02:02:10.912" v="3" actId="478"/>
        <pc:sldMkLst>
          <pc:docMk/>
          <pc:sldMk cId="0" sldId="258"/>
        </pc:sldMkLst>
        <pc:spChg chg="del">
          <ac:chgData name="SUTHERLAND, Douglas (dsuth10)" userId="da8732af-d8e3-4f9b-acd7-59884b2d6263" providerId="ADAL" clId="{C24C12A3-FF3D-49C1-A35B-1DD25433EBC8}" dt="2024-08-05T02:02:10.912" v="3" actId="478"/>
          <ac:spMkLst>
            <pc:docMk/>
            <pc:sldMk cId="0" sldId="258"/>
            <ac:spMk id="4101" creationId="{00000000-0000-0000-0000-000000000000}"/>
          </ac:spMkLst>
        </pc:spChg>
      </pc:sldChg>
      <pc:sldChg chg="delSp">
        <pc:chgData name="SUTHERLAND, Douglas (dsuth10)" userId="da8732af-d8e3-4f9b-acd7-59884b2d6263" providerId="ADAL" clId="{C24C12A3-FF3D-49C1-A35B-1DD25433EBC8}" dt="2024-08-05T02:02:15.189" v="4" actId="478"/>
        <pc:sldMkLst>
          <pc:docMk/>
          <pc:sldMk cId="0" sldId="259"/>
        </pc:sldMkLst>
        <pc:spChg chg="del">
          <ac:chgData name="SUTHERLAND, Douglas (dsuth10)" userId="da8732af-d8e3-4f9b-acd7-59884b2d6263" providerId="ADAL" clId="{C24C12A3-FF3D-49C1-A35B-1DD25433EBC8}" dt="2024-08-05T02:02:15.189" v="4" actId="478"/>
          <ac:spMkLst>
            <pc:docMk/>
            <pc:sldMk cId="0" sldId="259"/>
            <ac:spMk id="5125" creationId="{00000000-0000-0000-0000-000000000000}"/>
          </ac:spMkLst>
        </pc:spChg>
      </pc:sldChg>
      <pc:sldChg chg="delSp">
        <pc:chgData name="SUTHERLAND, Douglas (dsuth10)" userId="da8732af-d8e3-4f9b-acd7-59884b2d6263" providerId="ADAL" clId="{C24C12A3-FF3D-49C1-A35B-1DD25433EBC8}" dt="2024-08-05T02:02:19.367" v="5" actId="478"/>
        <pc:sldMkLst>
          <pc:docMk/>
          <pc:sldMk cId="0" sldId="260"/>
        </pc:sldMkLst>
        <pc:spChg chg="del">
          <ac:chgData name="SUTHERLAND, Douglas (dsuth10)" userId="da8732af-d8e3-4f9b-acd7-59884b2d6263" providerId="ADAL" clId="{C24C12A3-FF3D-49C1-A35B-1DD25433EBC8}" dt="2024-08-05T02:02:19.367" v="5" actId="478"/>
          <ac:spMkLst>
            <pc:docMk/>
            <pc:sldMk cId="0" sldId="260"/>
            <ac:spMk id="6149" creationId="{00000000-0000-0000-0000-000000000000}"/>
          </ac:spMkLst>
        </pc:spChg>
      </pc:sldChg>
      <pc:sldChg chg="delSp">
        <pc:chgData name="SUTHERLAND, Douglas (dsuth10)" userId="da8732af-d8e3-4f9b-acd7-59884b2d6263" providerId="ADAL" clId="{C24C12A3-FF3D-49C1-A35B-1DD25433EBC8}" dt="2024-08-05T02:02:24.555" v="6" actId="478"/>
        <pc:sldMkLst>
          <pc:docMk/>
          <pc:sldMk cId="0" sldId="261"/>
        </pc:sldMkLst>
        <pc:spChg chg="del">
          <ac:chgData name="SUTHERLAND, Douglas (dsuth10)" userId="da8732af-d8e3-4f9b-acd7-59884b2d6263" providerId="ADAL" clId="{C24C12A3-FF3D-49C1-A35B-1DD25433EBC8}" dt="2024-08-05T02:02:24.555" v="6" actId="478"/>
          <ac:spMkLst>
            <pc:docMk/>
            <pc:sldMk cId="0" sldId="261"/>
            <ac:spMk id="717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80469AB-D884-497E-AF5F-2C2A79A92511}" type="datetimeFigureOut">
              <a:rPr lang="en-AU" smtClean="0"/>
              <a:t>4/08/2024</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1233DA0-AC9C-48CE-897D-211B012F9231}" type="slidenum">
              <a:rPr lang="en-AU" smtClean="0"/>
              <a:t>‹#›</a:t>
            </a:fld>
            <a:endParaRPr lang="en-AU"/>
          </a:p>
        </p:txBody>
      </p:sp>
    </p:spTree>
    <p:extLst>
      <p:ext uri="{BB962C8B-B14F-4D97-AF65-F5344CB8AC3E}">
        <p14:creationId xmlns:p14="http://schemas.microsoft.com/office/powerpoint/2010/main" val="358773729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lvl1pPr>
              <a:defRPr/>
            </a:lvl1pPr>
          </a:lstStyle>
          <a:p>
            <a:pPr>
              <a:defRPr/>
            </a:pPr>
            <a:fld id="{46F1F96E-BA8F-4BB0-B5F5-7DEBE69C1498}" type="datetimeFigureOut">
              <a:rPr lang="en-AU"/>
              <a:pPr>
                <a:defRPr/>
              </a:pPr>
              <a:t>4/08/2024</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74CA48D3-854F-4337-BEB5-A04EEC2D99B8}" type="slidenum">
              <a:rPr lang="en-AU"/>
              <a:pPr>
                <a:defRPr/>
              </a:pPr>
              <a:t>‹#›</a:t>
            </a:fld>
            <a:endParaRPr lang="en-AU"/>
          </a:p>
        </p:txBody>
      </p:sp>
    </p:spTree>
    <p:extLst>
      <p:ext uri="{BB962C8B-B14F-4D97-AF65-F5344CB8AC3E}">
        <p14:creationId xmlns:p14="http://schemas.microsoft.com/office/powerpoint/2010/main" val="3019295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pPr>
              <a:defRPr/>
            </a:pPr>
            <a:fld id="{5B451A25-95EB-4E1F-92AF-91345BBFF05C}" type="datetimeFigureOut">
              <a:rPr lang="en-AU"/>
              <a:pPr>
                <a:defRPr/>
              </a:pPr>
              <a:t>4/08/2024</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789092C7-6D2D-4D29-8978-B3D5A312499D}" type="slidenum">
              <a:rPr lang="en-AU"/>
              <a:pPr>
                <a:defRPr/>
              </a:pPr>
              <a:t>‹#›</a:t>
            </a:fld>
            <a:endParaRPr lang="en-AU"/>
          </a:p>
        </p:txBody>
      </p:sp>
    </p:spTree>
    <p:extLst>
      <p:ext uri="{BB962C8B-B14F-4D97-AF65-F5344CB8AC3E}">
        <p14:creationId xmlns:p14="http://schemas.microsoft.com/office/powerpoint/2010/main" val="1571487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98F6192-3BD3-48AD-ABDD-900E62AB633A}" type="datetimeFigureOut">
              <a:rPr lang="en-AU"/>
              <a:pPr>
                <a:defRPr/>
              </a:pPr>
              <a:t>4/08/2024</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84521490-6137-4FA0-992C-897ECAC2F176}" type="slidenum">
              <a:rPr lang="en-AU"/>
              <a:pPr>
                <a:defRPr/>
              </a:pPr>
              <a:t>‹#›</a:t>
            </a:fld>
            <a:endParaRPr lang="en-AU"/>
          </a:p>
        </p:txBody>
      </p:sp>
    </p:spTree>
    <p:extLst>
      <p:ext uri="{BB962C8B-B14F-4D97-AF65-F5344CB8AC3E}">
        <p14:creationId xmlns:p14="http://schemas.microsoft.com/office/powerpoint/2010/main" val="2212265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3"/>
          <p:cNvSpPr>
            <a:spLocks noGrp="1"/>
          </p:cNvSpPr>
          <p:nvPr>
            <p:ph type="dt" sz="half" idx="10"/>
          </p:nvPr>
        </p:nvSpPr>
        <p:spPr/>
        <p:txBody>
          <a:bodyPr/>
          <a:lstStyle>
            <a:lvl1pPr>
              <a:defRPr/>
            </a:lvl1pPr>
          </a:lstStyle>
          <a:p>
            <a:pPr>
              <a:defRPr/>
            </a:pPr>
            <a:fld id="{29397857-A875-46D2-BDE3-79A8F835DE6E}" type="datetimeFigureOut">
              <a:rPr lang="en-AU"/>
              <a:pPr>
                <a:defRPr/>
              </a:pPr>
              <a:t>4/08/2024</a:t>
            </a:fld>
            <a:endParaRPr lang="en-AU"/>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2393AD0D-FBB4-49DA-A5FC-54780B837E61}" type="slidenum">
              <a:rPr lang="en-AU"/>
              <a:pPr>
                <a:defRPr/>
              </a:pPr>
              <a:t>‹#›</a:t>
            </a:fld>
            <a:endParaRPr lang="en-AU"/>
          </a:p>
        </p:txBody>
      </p:sp>
    </p:spTree>
    <p:extLst>
      <p:ext uri="{BB962C8B-B14F-4D97-AF65-F5344CB8AC3E}">
        <p14:creationId xmlns:p14="http://schemas.microsoft.com/office/powerpoint/2010/main" val="3586424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3"/>
          <p:cNvSpPr>
            <a:spLocks noGrp="1"/>
          </p:cNvSpPr>
          <p:nvPr>
            <p:ph type="dt" sz="half" idx="10"/>
          </p:nvPr>
        </p:nvSpPr>
        <p:spPr/>
        <p:txBody>
          <a:bodyPr/>
          <a:lstStyle>
            <a:lvl1pPr>
              <a:defRPr/>
            </a:lvl1pPr>
          </a:lstStyle>
          <a:p>
            <a:pPr>
              <a:defRPr/>
            </a:pPr>
            <a:fld id="{7D58374F-0A36-4075-AF5A-936467E7C879}" type="datetimeFigureOut">
              <a:rPr lang="en-AU"/>
              <a:pPr>
                <a:defRPr/>
              </a:pPr>
              <a:t>4/08/2024</a:t>
            </a:fld>
            <a:endParaRPr lang="en-AU"/>
          </a:p>
        </p:txBody>
      </p:sp>
      <p:sp>
        <p:nvSpPr>
          <p:cNvPr id="8" name="Footer Placeholder 4"/>
          <p:cNvSpPr>
            <a:spLocks noGrp="1"/>
          </p:cNvSpPr>
          <p:nvPr>
            <p:ph type="ftr" sz="quarter" idx="11"/>
          </p:nvPr>
        </p:nvSpPr>
        <p:spPr/>
        <p:txBody>
          <a:bodyPr/>
          <a:lstStyle>
            <a:lvl1pPr>
              <a:defRPr/>
            </a:lvl1pPr>
          </a:lstStyle>
          <a:p>
            <a:pPr>
              <a:defRPr/>
            </a:pPr>
            <a:endParaRPr lang="en-AU"/>
          </a:p>
        </p:txBody>
      </p:sp>
      <p:sp>
        <p:nvSpPr>
          <p:cNvPr id="9" name="Slide Number Placeholder 5"/>
          <p:cNvSpPr>
            <a:spLocks noGrp="1"/>
          </p:cNvSpPr>
          <p:nvPr>
            <p:ph type="sldNum" sz="quarter" idx="12"/>
          </p:nvPr>
        </p:nvSpPr>
        <p:spPr/>
        <p:txBody>
          <a:bodyPr/>
          <a:lstStyle>
            <a:lvl1pPr>
              <a:defRPr/>
            </a:lvl1pPr>
          </a:lstStyle>
          <a:p>
            <a:pPr>
              <a:defRPr/>
            </a:pPr>
            <a:fld id="{6117C708-B77D-4A07-BA36-5A835570275A}" type="slidenum">
              <a:rPr lang="en-AU"/>
              <a:pPr>
                <a:defRPr/>
              </a:pPr>
              <a:t>‹#›</a:t>
            </a:fld>
            <a:endParaRPr lang="en-AU"/>
          </a:p>
        </p:txBody>
      </p:sp>
    </p:spTree>
    <p:extLst>
      <p:ext uri="{BB962C8B-B14F-4D97-AF65-F5344CB8AC3E}">
        <p14:creationId xmlns:p14="http://schemas.microsoft.com/office/powerpoint/2010/main" val="3409134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3"/>
          <p:cNvSpPr>
            <a:spLocks noGrp="1"/>
          </p:cNvSpPr>
          <p:nvPr>
            <p:ph type="dt" sz="half" idx="10"/>
          </p:nvPr>
        </p:nvSpPr>
        <p:spPr/>
        <p:txBody>
          <a:bodyPr/>
          <a:lstStyle>
            <a:lvl1pPr>
              <a:defRPr/>
            </a:lvl1pPr>
          </a:lstStyle>
          <a:p>
            <a:pPr>
              <a:defRPr/>
            </a:pPr>
            <a:fld id="{52FF8C76-E325-4350-B9F3-3A0AEBEB4DD8}" type="datetimeFigureOut">
              <a:rPr lang="en-AU"/>
              <a:pPr>
                <a:defRPr/>
              </a:pPr>
              <a:t>4/08/2024</a:t>
            </a:fld>
            <a:endParaRPr lang="en-AU"/>
          </a:p>
        </p:txBody>
      </p:sp>
      <p:sp>
        <p:nvSpPr>
          <p:cNvPr id="4" name="Footer Placeholder 4"/>
          <p:cNvSpPr>
            <a:spLocks noGrp="1"/>
          </p:cNvSpPr>
          <p:nvPr>
            <p:ph type="ftr" sz="quarter" idx="11"/>
          </p:nvPr>
        </p:nvSpPr>
        <p:spPr/>
        <p:txBody>
          <a:bodyPr/>
          <a:lstStyle>
            <a:lvl1pPr>
              <a:defRPr/>
            </a:lvl1pPr>
          </a:lstStyle>
          <a:p>
            <a:pPr>
              <a:defRPr/>
            </a:pPr>
            <a:endParaRPr lang="en-AU"/>
          </a:p>
        </p:txBody>
      </p:sp>
      <p:sp>
        <p:nvSpPr>
          <p:cNvPr id="5" name="Slide Number Placeholder 5"/>
          <p:cNvSpPr>
            <a:spLocks noGrp="1"/>
          </p:cNvSpPr>
          <p:nvPr>
            <p:ph type="sldNum" sz="quarter" idx="12"/>
          </p:nvPr>
        </p:nvSpPr>
        <p:spPr/>
        <p:txBody>
          <a:bodyPr/>
          <a:lstStyle>
            <a:lvl1pPr>
              <a:defRPr/>
            </a:lvl1pPr>
          </a:lstStyle>
          <a:p>
            <a:pPr>
              <a:defRPr/>
            </a:pPr>
            <a:fld id="{314B2AD1-2F7F-48B4-BC03-EB9B77388183}" type="slidenum">
              <a:rPr lang="en-AU"/>
              <a:pPr>
                <a:defRPr/>
              </a:pPr>
              <a:t>‹#›</a:t>
            </a:fld>
            <a:endParaRPr lang="en-AU"/>
          </a:p>
        </p:txBody>
      </p:sp>
    </p:spTree>
    <p:extLst>
      <p:ext uri="{BB962C8B-B14F-4D97-AF65-F5344CB8AC3E}">
        <p14:creationId xmlns:p14="http://schemas.microsoft.com/office/powerpoint/2010/main" val="332067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4F0B117-493F-4793-896D-8988CBF05E32}" type="datetimeFigureOut">
              <a:rPr lang="en-AU"/>
              <a:pPr>
                <a:defRPr/>
              </a:pPr>
              <a:t>4/08/2024</a:t>
            </a:fld>
            <a:endParaRPr lang="en-AU"/>
          </a:p>
        </p:txBody>
      </p:sp>
      <p:sp>
        <p:nvSpPr>
          <p:cNvPr id="3" name="Footer Placeholder 4"/>
          <p:cNvSpPr>
            <a:spLocks noGrp="1"/>
          </p:cNvSpPr>
          <p:nvPr>
            <p:ph type="ftr" sz="quarter" idx="11"/>
          </p:nvPr>
        </p:nvSpPr>
        <p:spPr/>
        <p:txBody>
          <a:bodyPr/>
          <a:lstStyle>
            <a:lvl1pPr>
              <a:defRPr/>
            </a:lvl1pPr>
          </a:lstStyle>
          <a:p>
            <a:pPr>
              <a:defRPr/>
            </a:pPr>
            <a:endParaRPr lang="en-AU"/>
          </a:p>
        </p:txBody>
      </p:sp>
      <p:sp>
        <p:nvSpPr>
          <p:cNvPr id="4" name="Slide Number Placeholder 5"/>
          <p:cNvSpPr>
            <a:spLocks noGrp="1"/>
          </p:cNvSpPr>
          <p:nvPr>
            <p:ph type="sldNum" sz="quarter" idx="12"/>
          </p:nvPr>
        </p:nvSpPr>
        <p:spPr/>
        <p:txBody>
          <a:bodyPr/>
          <a:lstStyle>
            <a:lvl1pPr>
              <a:defRPr/>
            </a:lvl1pPr>
          </a:lstStyle>
          <a:p>
            <a:pPr>
              <a:defRPr/>
            </a:pPr>
            <a:fld id="{778B9826-34AF-40F6-9554-A0CF051C787C}" type="slidenum">
              <a:rPr lang="en-AU"/>
              <a:pPr>
                <a:defRPr/>
              </a:pPr>
              <a:t>‹#›</a:t>
            </a:fld>
            <a:endParaRPr lang="en-AU"/>
          </a:p>
        </p:txBody>
      </p:sp>
    </p:spTree>
    <p:extLst>
      <p:ext uri="{BB962C8B-B14F-4D97-AF65-F5344CB8AC3E}">
        <p14:creationId xmlns:p14="http://schemas.microsoft.com/office/powerpoint/2010/main" val="2930791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F268248-F072-4ABB-979A-310DBFF0BEB7}" type="datetimeFigureOut">
              <a:rPr lang="en-AU"/>
              <a:pPr>
                <a:defRPr/>
              </a:pPr>
              <a:t>4/08/2024</a:t>
            </a:fld>
            <a:endParaRPr lang="en-AU"/>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A13D03E6-5B71-4054-8A58-9AA64B49D467}" type="slidenum">
              <a:rPr lang="en-AU"/>
              <a:pPr>
                <a:defRPr/>
              </a:pPr>
              <a:t>‹#›</a:t>
            </a:fld>
            <a:endParaRPr lang="en-AU"/>
          </a:p>
        </p:txBody>
      </p:sp>
    </p:spTree>
    <p:extLst>
      <p:ext uri="{BB962C8B-B14F-4D97-AF65-F5344CB8AC3E}">
        <p14:creationId xmlns:p14="http://schemas.microsoft.com/office/powerpoint/2010/main" val="671110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55C22EA-4AA4-47E2-83FB-B48D10C8FED7}" type="datetimeFigureOut">
              <a:rPr lang="en-AU"/>
              <a:pPr>
                <a:defRPr/>
              </a:pPr>
              <a:t>4/08/2024</a:t>
            </a:fld>
            <a:endParaRPr lang="en-AU"/>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D76AC4BF-0D71-4FE3-83E8-29A8B8F50FF6}" type="slidenum">
              <a:rPr lang="en-AU"/>
              <a:pPr>
                <a:defRPr/>
              </a:pPr>
              <a:t>‹#›</a:t>
            </a:fld>
            <a:endParaRPr lang="en-AU"/>
          </a:p>
        </p:txBody>
      </p:sp>
    </p:spTree>
    <p:extLst>
      <p:ext uri="{BB962C8B-B14F-4D97-AF65-F5344CB8AC3E}">
        <p14:creationId xmlns:p14="http://schemas.microsoft.com/office/powerpoint/2010/main" val="2612564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pPr>
              <a:defRPr/>
            </a:pPr>
            <a:fld id="{3DA052E4-01B4-408A-BE94-3F28620C90FA}" type="datetimeFigureOut">
              <a:rPr lang="en-AU"/>
              <a:pPr>
                <a:defRPr/>
              </a:pPr>
              <a:t>4/08/2024</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6FC74AAD-191D-4494-A49A-72E5A07664F7}" type="slidenum">
              <a:rPr lang="en-AU"/>
              <a:pPr>
                <a:defRPr/>
              </a:pPr>
              <a:t>‹#›</a:t>
            </a:fld>
            <a:endParaRPr lang="en-AU"/>
          </a:p>
        </p:txBody>
      </p:sp>
    </p:spTree>
    <p:extLst>
      <p:ext uri="{BB962C8B-B14F-4D97-AF65-F5344CB8AC3E}">
        <p14:creationId xmlns:p14="http://schemas.microsoft.com/office/powerpoint/2010/main" val="3281558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pPr>
              <a:defRPr/>
            </a:pPr>
            <a:fld id="{8A5F41C0-8A61-4A79-A4CE-4AA2D69F2EB5}" type="datetimeFigureOut">
              <a:rPr lang="en-AU"/>
              <a:pPr>
                <a:defRPr/>
              </a:pPr>
              <a:t>4/08/2024</a:t>
            </a:fld>
            <a:endParaRPr lang="en-AU"/>
          </a:p>
        </p:txBody>
      </p:sp>
      <p:sp>
        <p:nvSpPr>
          <p:cNvPr id="5" name="Footer Placeholder 4"/>
          <p:cNvSpPr>
            <a:spLocks noGrp="1"/>
          </p:cNvSpPr>
          <p:nvPr>
            <p:ph type="ftr" sz="quarter" idx="11"/>
          </p:nvPr>
        </p:nvSpPr>
        <p:spPr/>
        <p:txBody>
          <a:bodyPr/>
          <a:lstStyle>
            <a:lvl1pPr>
              <a:defRPr/>
            </a:lvl1pPr>
          </a:lstStyle>
          <a:p>
            <a:pPr>
              <a:defRPr/>
            </a:pPr>
            <a:endParaRPr lang="en-AU"/>
          </a:p>
        </p:txBody>
      </p:sp>
      <p:sp>
        <p:nvSpPr>
          <p:cNvPr id="6" name="Slide Number Placeholder 5"/>
          <p:cNvSpPr>
            <a:spLocks noGrp="1"/>
          </p:cNvSpPr>
          <p:nvPr>
            <p:ph type="sldNum" sz="quarter" idx="12"/>
          </p:nvPr>
        </p:nvSpPr>
        <p:spPr/>
        <p:txBody>
          <a:bodyPr/>
          <a:lstStyle>
            <a:lvl1pPr>
              <a:defRPr/>
            </a:lvl1pPr>
          </a:lstStyle>
          <a:p>
            <a:pPr>
              <a:defRPr/>
            </a:pPr>
            <a:fld id="{E1DF36ED-62F0-462C-B44F-896E435DC23A}" type="slidenum">
              <a:rPr lang="en-AU"/>
              <a:pPr>
                <a:defRPr/>
              </a:pPr>
              <a:t>‹#›</a:t>
            </a:fld>
            <a:endParaRPr lang="en-AU"/>
          </a:p>
        </p:txBody>
      </p:sp>
    </p:spTree>
    <p:extLst>
      <p:ext uri="{BB962C8B-B14F-4D97-AF65-F5344CB8AC3E}">
        <p14:creationId xmlns:p14="http://schemas.microsoft.com/office/powerpoint/2010/main" val="4054170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AU" altLang="en-US"/>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AU"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0FDE1DE2-57A8-4591-8424-73D0FB93982B}" type="datetimeFigureOut">
              <a:rPr lang="en-AU"/>
              <a:pPr>
                <a:defRPr/>
              </a:pPr>
              <a:t>4/08/2024</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1ECA28B1-BE00-4CD0-A3B6-DFF50692FCF1}" type="slidenum">
              <a:rPr lang="en-AU"/>
              <a:pPr>
                <a:defRPr/>
              </a:pPr>
              <a:t>‹#›</a:t>
            </a:fld>
            <a:endParaRPr lang="en-AU"/>
          </a:p>
        </p:txBody>
      </p:sp>
      <p:sp>
        <p:nvSpPr>
          <p:cNvPr id="1032" name="Rectangle 7"/>
          <p:cNvSpPr>
            <a:spLocks noChangeArrowheads="1"/>
          </p:cNvSpPr>
          <p:nvPr userDrawn="1"/>
        </p:nvSpPr>
        <p:spPr bwMode="auto">
          <a:xfrm>
            <a:off x="0" y="6705600"/>
            <a:ext cx="1939925"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en-US" sz="500">
                <a:latin typeface="Arial" charset="0"/>
              </a:rPr>
              <a:t>Sci_Y06_U3_SS_Onshoreandoffshorebreezes</a:t>
            </a:r>
          </a:p>
        </p:txBody>
      </p:sp>
      <p:pic>
        <p:nvPicPr>
          <p:cNvPr id="1034" name="Picture 9" descr="C2CIcon.png"/>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200" y="6521450"/>
            <a:ext cx="4238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C:\Users\hxsch7\AppData\Local\Microsoft\Windows\Temporary Internet Files\Content.Word\DET2016.png"/>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3556952" y="6583362"/>
            <a:ext cx="2030095" cy="244475"/>
          </a:xfrm>
          <a:prstGeom prst="rect">
            <a:avLst/>
          </a:prstGeom>
          <a:noFill/>
          <a:ln>
            <a:noFill/>
          </a:ln>
        </p:spPr>
      </p:pic>
      <p:pic>
        <p:nvPicPr>
          <p:cNvPr id="12" name="Picture 11" descr="Description: C2C_Data:Dev Area:ePub stuff:Gov Crest:Qld-CoA-Stylised-1L-Online-mono-1???.eps"/>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7092280" y="6546797"/>
            <a:ext cx="1587500" cy="280670"/>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8" y="38100"/>
            <a:ext cx="8899525" cy="591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1" name="Title 1"/>
          <p:cNvSpPr>
            <a:spLocks noGrp="1"/>
          </p:cNvSpPr>
          <p:nvPr>
            <p:ph type="ctrTitle"/>
          </p:nvPr>
        </p:nvSpPr>
        <p:spPr>
          <a:xfrm>
            <a:off x="685800" y="25400"/>
            <a:ext cx="7772400" cy="1747838"/>
          </a:xfrm>
        </p:spPr>
        <p:txBody>
          <a:bodyPr/>
          <a:lstStyle/>
          <a:p>
            <a:pPr eaLnBrk="1" hangingPunct="1"/>
            <a:r>
              <a:rPr lang="en-AU" altLang="en-US" b="1"/>
              <a:t>Onshore and offshore breezes</a:t>
            </a:r>
          </a:p>
        </p:txBody>
      </p:sp>
      <p:sp>
        <p:nvSpPr>
          <p:cNvPr id="2052" name="TextBox 3"/>
          <p:cNvSpPr txBox="1">
            <a:spLocks noChangeArrowheads="1"/>
          </p:cNvSpPr>
          <p:nvPr/>
        </p:nvSpPr>
        <p:spPr bwMode="auto">
          <a:xfrm>
            <a:off x="128588" y="5835650"/>
            <a:ext cx="90360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AU" altLang="en-US" sz="1800" b="1"/>
              <a:t>Overnight the land usually cools faster than the sea. In the morning, the sea’s surface temperature is usually higher than the temperature of the land.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Content Placeholder 2"/>
          <p:cNvSpPr>
            <a:spLocks noGrp="1"/>
          </p:cNvSpPr>
          <p:nvPr>
            <p:ph idx="1"/>
          </p:nvPr>
        </p:nvSpPr>
        <p:spPr>
          <a:xfrm>
            <a:off x="158750" y="6061075"/>
            <a:ext cx="8229600" cy="608013"/>
          </a:xfrm>
        </p:spPr>
        <p:txBody>
          <a:bodyPr/>
          <a:lstStyle/>
          <a:p>
            <a:pPr marL="0" indent="0" eaLnBrk="1" hangingPunct="1">
              <a:buFont typeface="Arial" charset="0"/>
              <a:buNone/>
            </a:pPr>
            <a:r>
              <a:rPr lang="en-AU" altLang="en-US"/>
              <a:t>The warmed air above the sea rises </a:t>
            </a:r>
          </a:p>
        </p:txBody>
      </p:sp>
      <p:pic>
        <p:nvPicPr>
          <p:cNvPr id="307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238" y="63500"/>
            <a:ext cx="8913812" cy="610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AutoShape 2" descr="Slide 3"/>
          <p:cNvSpPr>
            <a:spLocks noGrp="1" noChangeAspect="1" noChangeArrowheads="1"/>
          </p:cNvSpPr>
          <p:nvPr>
            <p:ph idx="1"/>
          </p:nvPr>
        </p:nvSpPr>
        <p:spPr>
          <a:xfrm>
            <a:off x="179388" y="6092825"/>
            <a:ext cx="8713787" cy="469900"/>
          </a:xfrm>
        </p:spPr>
        <p:txBody>
          <a:bodyPr rtlCol="0">
            <a:normAutofit fontScale="47500" lnSpcReduction="20000"/>
          </a:bodyPr>
          <a:lstStyle/>
          <a:p>
            <a:pPr marL="0" indent="0" eaLnBrk="1" fontAlgn="auto" hangingPunct="1">
              <a:spcAft>
                <a:spcPts val="0"/>
              </a:spcAft>
              <a:buFont typeface="Arial" pitchFamily="34" charset="0"/>
              <a:buNone/>
              <a:defRPr/>
            </a:pPr>
            <a:r>
              <a:rPr lang="en-AU" b="1"/>
              <a:t>The cooler air over the land sinks — and moves towards the sea to fill the place of the warmer, rising air. This creates an offshore breeze.</a:t>
            </a:r>
          </a:p>
          <a:p>
            <a:pPr marL="0" indent="0" eaLnBrk="1" fontAlgn="auto" hangingPunct="1">
              <a:spcAft>
                <a:spcPts val="0"/>
              </a:spcAft>
              <a:buFont typeface="Arial" pitchFamily="34" charset="0"/>
              <a:buNone/>
              <a:defRPr/>
            </a:pPr>
            <a:endParaRPr lang="en-AU"/>
          </a:p>
        </p:txBody>
      </p:sp>
      <p:sp>
        <p:nvSpPr>
          <p:cNvPr id="4099" name="AutoShape 4" descr="Slide 3"/>
          <p:cNvSpPr>
            <a:spLocks noChangeAspect="1" noChangeArrowheads="1"/>
          </p:cNvSpPr>
          <p:nvPr/>
        </p:nvSpPr>
        <p:spPr bwMode="auto">
          <a:xfrm>
            <a:off x="155575" y="-1973263"/>
            <a:ext cx="6010275" cy="411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AU" altLang="en-US" sz="1800"/>
          </a:p>
        </p:txBody>
      </p:sp>
      <p:pic>
        <p:nvPicPr>
          <p:cNvPr id="410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38" y="-26988"/>
            <a:ext cx="8951912" cy="612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4763"/>
            <a:ext cx="8907463" cy="609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1"/>
          </p:nvPr>
        </p:nvSpPr>
        <p:spPr>
          <a:xfrm>
            <a:off x="107950" y="6092825"/>
            <a:ext cx="8928100" cy="620713"/>
          </a:xfrm>
        </p:spPr>
        <p:txBody>
          <a:bodyPr rtlCol="0">
            <a:normAutofit fontScale="47500" lnSpcReduction="20000"/>
          </a:bodyPr>
          <a:lstStyle/>
          <a:p>
            <a:pPr marL="0" indent="0" eaLnBrk="1" fontAlgn="auto" hangingPunct="1">
              <a:spcAft>
                <a:spcPts val="0"/>
              </a:spcAft>
              <a:buFont typeface="Arial" pitchFamily="34" charset="0"/>
              <a:buNone/>
              <a:defRPr/>
            </a:pPr>
            <a:r>
              <a:rPr lang="en-AU" b="1"/>
              <a:t>The sea takes longer than the land to heat up. Usually by the end of the day, the temperature of the land has increased to become higher than that of the sea’s surface temperature. </a:t>
            </a:r>
          </a:p>
        </p:txBody>
      </p:sp>
      <p:sp>
        <p:nvSpPr>
          <p:cNvPr id="5124" name="Title 1"/>
          <p:cNvSpPr txBox="1">
            <a:spLocks/>
          </p:cNvSpPr>
          <p:nvPr/>
        </p:nvSpPr>
        <p:spPr bwMode="auto">
          <a:xfrm>
            <a:off x="107950" y="115888"/>
            <a:ext cx="2733675"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AU" altLang="en-US" sz="4400" b="1"/>
              <a:t>Afternoon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Content Placeholder 2"/>
          <p:cNvSpPr>
            <a:spLocks noGrp="1"/>
          </p:cNvSpPr>
          <p:nvPr>
            <p:ph idx="1"/>
          </p:nvPr>
        </p:nvSpPr>
        <p:spPr>
          <a:xfrm>
            <a:off x="50800" y="5949950"/>
            <a:ext cx="9120188" cy="752475"/>
          </a:xfrm>
        </p:spPr>
        <p:txBody>
          <a:bodyPr/>
          <a:lstStyle/>
          <a:p>
            <a:pPr marL="0" indent="0" algn="ctr" eaLnBrk="1" hangingPunct="1">
              <a:buFont typeface="Arial" charset="0"/>
              <a:buNone/>
            </a:pPr>
            <a:r>
              <a:rPr lang="en-AU" altLang="en-US"/>
              <a:t>The air above the land is heated, causing it to rise.</a:t>
            </a:r>
          </a:p>
        </p:txBody>
      </p:sp>
      <p:sp>
        <p:nvSpPr>
          <p:cNvPr id="6147" name="AutoShape 2" descr="Slide 5"/>
          <p:cNvSpPr>
            <a:spLocks noChangeAspect="1" noChangeArrowheads="1"/>
          </p:cNvSpPr>
          <p:nvPr/>
        </p:nvSpPr>
        <p:spPr bwMode="auto">
          <a:xfrm>
            <a:off x="155575" y="-1973263"/>
            <a:ext cx="6010275" cy="411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AU" altLang="en-US" sz="1800"/>
          </a:p>
        </p:txBody>
      </p:sp>
      <p:pic>
        <p:nvPicPr>
          <p:cNvPr id="614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 y="7938"/>
            <a:ext cx="8899525" cy="609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878513"/>
            <a:ext cx="9144000" cy="549275"/>
          </a:xfrm>
        </p:spPr>
        <p:txBody>
          <a:bodyPr rtlCol="0">
            <a:normAutofit fontScale="55000" lnSpcReduction="20000"/>
          </a:bodyPr>
          <a:lstStyle/>
          <a:p>
            <a:pPr marL="0" indent="0" eaLnBrk="1" fontAlgn="auto" hangingPunct="1">
              <a:spcAft>
                <a:spcPts val="0"/>
              </a:spcAft>
              <a:buFont typeface="Arial" pitchFamily="34" charset="0"/>
              <a:buNone/>
              <a:defRPr/>
            </a:pPr>
            <a:r>
              <a:rPr lang="en-AU" b="1"/>
              <a:t>The cooler air over the sea sinks and moves towards the land to fill the space left by the rising, warmer air. This causes an onshore breeze.</a:t>
            </a:r>
          </a:p>
          <a:p>
            <a:pPr marL="0" indent="0" eaLnBrk="1" fontAlgn="auto" hangingPunct="1">
              <a:spcAft>
                <a:spcPts val="0"/>
              </a:spcAft>
              <a:buFont typeface="Arial" pitchFamily="34" charset="0"/>
              <a:buNone/>
              <a:defRPr/>
            </a:pPr>
            <a:endParaRPr lang="en-AU"/>
          </a:p>
        </p:txBody>
      </p:sp>
      <p:pic>
        <p:nvPicPr>
          <p:cNvPr id="717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125" y="14288"/>
            <a:ext cx="8569325"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f757efc8633611d5edfab667a749438c2958a69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6</Slides>
  <Notes>0</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Onshore and offshore breezes</vt:lpstr>
      <vt:lpstr>PowerPoint Presentation</vt:lpstr>
      <vt:lpstr>PowerPoint Presentation</vt:lpstr>
      <vt:lpstr>PowerPoint Presentation</vt:lpstr>
      <vt:lpstr>PowerPoint Presentation</vt:lpstr>
      <vt:lpstr>PowerPoint Presentation</vt:lpstr>
    </vt:vector>
  </TitlesOfParts>
  <Company>Queensland Government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Onshore and offshore breezes</dc:title>
  <dc:creator>PRYCE, Ricky</dc:creator>
  <cp:revision>1</cp:revision>
  <dcterms:created xsi:type="dcterms:W3CDTF">2013-01-22T22:39:06Z</dcterms:created>
  <dcterms:modified xsi:type="dcterms:W3CDTF">2024-08-05T02:02:34Z</dcterms:modified>
</cp:coreProperties>
</file>