
<file path=[Content_Types].xml><?xml version="1.0" encoding="utf-8"?>
<Types xmlns="http://schemas.openxmlformats.org/package/2006/content-types">
  <Default Extension="png" ContentType="image/png"/>
  <Default Extension="mp3" ContentType="audio/unknown"/>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9144000" cy="6858000" type="screen4x3"/>
  <p:notesSz cx="6858000" cy="9144000"/>
  <p:custDataLst>
    <p:tags r:id="rId3"/>
  </p:custDataLst>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tags" Target="tags/tag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64AB5992-CB6A-47D7-B073-3F014EDC2DD4}" type="datetimeFigureOut">
              <a:rPr lang="en-AU"/>
              <a:pPr>
                <a:defRPr/>
              </a:pPr>
              <a:t>23/06/2016</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763DCA6-4DF1-40C2-B749-64688BBB0D31}" type="slidenum">
              <a:rPr lang="en-AU"/>
              <a:pPr>
                <a:defRPr/>
              </a:pPr>
              <a:t>‹#›</a:t>
            </a:fld>
            <a:endParaRPr lang="en-AU"/>
          </a:p>
        </p:txBody>
      </p:sp>
    </p:spTree>
    <p:extLst>
      <p:ext uri="{BB962C8B-B14F-4D97-AF65-F5344CB8AC3E}">
        <p14:creationId xmlns:p14="http://schemas.microsoft.com/office/powerpoint/2010/main" val="368681066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1E348B1-C819-4F4E-929B-1B2D95694941}" type="datetimeFigureOut">
              <a:rPr lang="en-AU"/>
              <a:pPr>
                <a:defRPr/>
              </a:pPr>
              <a:t>23/06/2016</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EAB032DD-6314-42C2-8BB9-26E464627BDE}" type="slidenum">
              <a:rPr lang="en-AU"/>
              <a:pPr>
                <a:defRPr/>
              </a:pPr>
              <a:t>‹#›</a:t>
            </a:fld>
            <a:endParaRPr lang="en-AU"/>
          </a:p>
        </p:txBody>
      </p:sp>
    </p:spTree>
    <p:extLst>
      <p:ext uri="{BB962C8B-B14F-4D97-AF65-F5344CB8AC3E}">
        <p14:creationId xmlns:p14="http://schemas.microsoft.com/office/powerpoint/2010/main" val="104183602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ABBA298-69F4-4938-8F3A-10CAFC893EA4}" type="datetimeFigureOut">
              <a:rPr lang="en-AU"/>
              <a:pPr>
                <a:defRPr/>
              </a:pPr>
              <a:t>23/06/2016</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E493435-F129-4EE3-BB61-411C6984002E}" type="slidenum">
              <a:rPr lang="en-AU"/>
              <a:pPr>
                <a:defRPr/>
              </a:pPr>
              <a:t>‹#›</a:t>
            </a:fld>
            <a:endParaRPr lang="en-AU"/>
          </a:p>
        </p:txBody>
      </p:sp>
    </p:spTree>
    <p:extLst>
      <p:ext uri="{BB962C8B-B14F-4D97-AF65-F5344CB8AC3E}">
        <p14:creationId xmlns:p14="http://schemas.microsoft.com/office/powerpoint/2010/main" val="1908296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0908B0A0-D2B1-439C-ACE7-5ACF0858C0E2}" type="datetimeFigureOut">
              <a:rPr lang="en-AU"/>
              <a:pPr>
                <a:defRPr/>
              </a:pPr>
              <a:t>23/06/2016</a:t>
            </a:fld>
            <a:endParaRPr lang="en-AU"/>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40CA9BC-1E97-44C4-A2BA-0D67B0E45EF6}" type="slidenum">
              <a:rPr lang="en-AU"/>
              <a:pPr>
                <a:defRPr/>
              </a:pPr>
              <a:t>‹#›</a:t>
            </a:fld>
            <a:endParaRPr lang="en-AU"/>
          </a:p>
        </p:txBody>
      </p:sp>
    </p:spTree>
    <p:extLst>
      <p:ext uri="{BB962C8B-B14F-4D97-AF65-F5344CB8AC3E}">
        <p14:creationId xmlns:p14="http://schemas.microsoft.com/office/powerpoint/2010/main" val="44310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996760AC-539E-41F4-A027-60E7F928A488}" type="datetimeFigureOut">
              <a:rPr lang="en-AU"/>
              <a:pPr>
                <a:defRPr/>
              </a:pPr>
              <a:t>23/06/2016</a:t>
            </a:fld>
            <a:endParaRPr lang="en-AU"/>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95D6DC2-7C14-4D07-976F-98EEF50F4CB6}" type="slidenum">
              <a:rPr lang="en-AU"/>
              <a:pPr>
                <a:defRPr/>
              </a:pPr>
              <a:t>‹#›</a:t>
            </a:fld>
            <a:endParaRPr lang="en-AU"/>
          </a:p>
        </p:txBody>
      </p:sp>
    </p:spTree>
    <p:extLst>
      <p:ext uri="{BB962C8B-B14F-4D97-AF65-F5344CB8AC3E}">
        <p14:creationId xmlns:p14="http://schemas.microsoft.com/office/powerpoint/2010/main" val="2927218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969F91A3-79E9-41E3-99F1-B06C7A69A338}" type="datetimeFigureOut">
              <a:rPr lang="en-AU"/>
              <a:pPr>
                <a:defRPr/>
              </a:pPr>
              <a:t>23/06/2016</a:t>
            </a:fld>
            <a:endParaRPr lang="en-AU"/>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1BFD634-55C0-4943-8F46-CB517B2852CE}" type="slidenum">
              <a:rPr lang="en-AU"/>
              <a:pPr>
                <a:defRPr/>
              </a:pPr>
              <a:t>‹#›</a:t>
            </a:fld>
            <a:endParaRPr lang="en-AU"/>
          </a:p>
        </p:txBody>
      </p:sp>
    </p:spTree>
    <p:extLst>
      <p:ext uri="{BB962C8B-B14F-4D97-AF65-F5344CB8AC3E}">
        <p14:creationId xmlns:p14="http://schemas.microsoft.com/office/powerpoint/2010/main" val="258764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54F0EA05-9081-4FE4-BEA4-055C55F6A7F0}" type="datetimeFigureOut">
              <a:rPr lang="en-AU"/>
              <a:pPr>
                <a:defRPr/>
              </a:pPr>
              <a:t>23/06/2016</a:t>
            </a:fld>
            <a:endParaRPr lang="en-AU"/>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A096F3C-0073-45D4-AD98-A02599855E10}" type="slidenum">
              <a:rPr lang="en-AU"/>
              <a:pPr>
                <a:defRPr/>
              </a:pPr>
              <a:t>‹#›</a:t>
            </a:fld>
            <a:endParaRPr lang="en-AU"/>
          </a:p>
        </p:txBody>
      </p:sp>
    </p:spTree>
    <p:extLst>
      <p:ext uri="{BB962C8B-B14F-4D97-AF65-F5344CB8AC3E}">
        <p14:creationId xmlns:p14="http://schemas.microsoft.com/office/powerpoint/2010/main" val="2154505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5F3B5EBA-453D-4D80-90A7-31100DB02493}" type="datetimeFigureOut">
              <a:rPr lang="en-AU"/>
              <a:pPr>
                <a:defRPr/>
              </a:pPr>
              <a:t>23/06/2016</a:t>
            </a:fld>
            <a:endParaRPr lang="en-AU"/>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362354F-F38C-4445-9E36-E00C0292693C}" type="slidenum">
              <a:rPr lang="en-AU"/>
              <a:pPr>
                <a:defRPr/>
              </a:pPr>
              <a:t>‹#›</a:t>
            </a:fld>
            <a:endParaRPr lang="en-AU"/>
          </a:p>
        </p:txBody>
      </p:sp>
    </p:spTree>
    <p:extLst>
      <p:ext uri="{BB962C8B-B14F-4D97-AF65-F5344CB8AC3E}">
        <p14:creationId xmlns:p14="http://schemas.microsoft.com/office/powerpoint/2010/main" val="23045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9B23D0FF-50D9-4A48-AF28-BCC3BE69DAB5}" type="datetimeFigureOut">
              <a:rPr lang="en-AU"/>
              <a:pPr>
                <a:defRPr/>
              </a:pPr>
              <a:t>23/06/2016</a:t>
            </a:fld>
            <a:endParaRPr lang="en-AU"/>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D557A4C-83A4-4957-8749-C5FA0BF15EF6}" type="slidenum">
              <a:rPr lang="en-AU"/>
              <a:pPr>
                <a:defRPr/>
              </a:pPr>
              <a:t>‹#›</a:t>
            </a:fld>
            <a:endParaRPr lang="en-AU"/>
          </a:p>
        </p:txBody>
      </p:sp>
    </p:spTree>
    <p:extLst>
      <p:ext uri="{BB962C8B-B14F-4D97-AF65-F5344CB8AC3E}">
        <p14:creationId xmlns:p14="http://schemas.microsoft.com/office/powerpoint/2010/main" val="3778523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CC01A177-3A30-4A73-A8BE-8965BC1541A0}" type="datetimeFigureOut">
              <a:rPr lang="en-AU"/>
              <a:pPr>
                <a:defRPr/>
              </a:pPr>
              <a:t>23/06/2016</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B8D4FB1D-CB41-4147-BCCF-96AD68759287}" type="slidenum">
              <a:rPr lang="en-AU"/>
              <a:pPr>
                <a:defRPr/>
              </a:pPr>
              <a:t>‹#›</a:t>
            </a:fld>
            <a:endParaRPr lang="en-AU"/>
          </a:p>
        </p:txBody>
      </p:sp>
    </p:spTree>
    <p:extLst>
      <p:ext uri="{BB962C8B-B14F-4D97-AF65-F5344CB8AC3E}">
        <p14:creationId xmlns:p14="http://schemas.microsoft.com/office/powerpoint/2010/main" val="191128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57795CB-965A-4FB3-8ECC-9620FB743386}" type="datetimeFigureOut">
              <a:rPr lang="en-AU"/>
              <a:pPr>
                <a:defRPr/>
              </a:pPr>
              <a:t>23/06/2016</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92B9FD5-8091-4409-A9B6-4B63B4D1294F}" type="slidenum">
              <a:rPr lang="en-AU"/>
              <a:pPr>
                <a:defRPr/>
              </a:pPr>
              <a:t>‹#›</a:t>
            </a:fld>
            <a:endParaRPr lang="en-AU"/>
          </a:p>
        </p:txBody>
      </p:sp>
    </p:spTree>
    <p:extLst>
      <p:ext uri="{BB962C8B-B14F-4D97-AF65-F5344CB8AC3E}">
        <p14:creationId xmlns:p14="http://schemas.microsoft.com/office/powerpoint/2010/main" val="1768971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AU"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AU" altLang="en-US" smtClean="0"/>
          </a:p>
        </p:txBody>
      </p:sp>
      <p:sp>
        <p:nvSpPr>
          <p:cNvPr id="11" name="Rectangle 10"/>
          <p:cNvSpPr/>
          <p:nvPr userDrawn="1"/>
        </p:nvSpPr>
        <p:spPr>
          <a:xfrm>
            <a:off x="0" y="6704929"/>
            <a:ext cx="1940280" cy="169277"/>
          </a:xfrm>
          <a:prstGeom prst="rect">
            <a:avLst/>
          </a:prstGeom>
        </p:spPr>
        <p:txBody>
          <a:bodyPr wrap="square">
            <a:spAutoFit/>
          </a:bodyPr>
          <a:lstStyle/>
          <a:p>
            <a:pPr algn="l" rtl="0"/>
            <a:r>
              <a:rPr lang="en-US" sz="500" b="0" i="0" u="none" strike="noStrike" kern="1200" baseline="0" dirty="0" smtClean="0">
                <a:solidFill>
                  <a:srgbClr val="000000"/>
                </a:solidFill>
                <a:latin typeface="Arial"/>
                <a:ea typeface="+mn-ea"/>
                <a:cs typeface="Arial"/>
              </a:rPr>
              <a:t>Sci_Y06_U3_SS_StandardEmergencyWarningSignal(SEWS)</a:t>
            </a:r>
          </a:p>
        </p:txBody>
      </p:sp>
      <p:pic>
        <p:nvPicPr>
          <p:cNvPr id="12" name="Picture 11" descr="C2CIcon.png"/>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76144" y="6520911"/>
            <a:ext cx="424150" cy="184018"/>
          </a:xfrm>
          <a:prstGeom prst="rect">
            <a:avLst/>
          </a:prstGeom>
        </p:spPr>
      </p:pic>
      <p:pic>
        <p:nvPicPr>
          <p:cNvPr id="13" name="Picture 12" descr="Qld-CoA-1LS-S-mono-webTRANS.png"/>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7753964" y="6575577"/>
            <a:ext cx="1313166" cy="227142"/>
          </a:xfrm>
          <a:prstGeom prst="rect">
            <a:avLst/>
          </a:prstGeom>
        </p:spPr>
      </p:pic>
      <p:pic>
        <p:nvPicPr>
          <p:cNvPr id="14" name="Picture 13" descr="DET2016.png"/>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3780000" y="6593809"/>
            <a:ext cx="1584000" cy="1876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188" y="260350"/>
            <a:ext cx="7772400" cy="1470025"/>
          </a:xfrm>
        </p:spPr>
        <p:txBody>
          <a:bodyPr rtlCol="0">
            <a:normAutofit/>
          </a:bodyPr>
          <a:lstStyle/>
          <a:p>
            <a:pPr eaLnBrk="1" fontAlgn="auto" hangingPunct="1">
              <a:spcAft>
                <a:spcPts val="0"/>
              </a:spcAft>
              <a:defRPr/>
            </a:pPr>
            <a:r>
              <a:rPr lang="en-AU" dirty="0" smtClean="0">
                <a:ea typeface="Adobe Kaiti Std R" pitchFamily="18" charset="-128"/>
              </a:rPr>
              <a:t>Standard </a:t>
            </a:r>
            <a:r>
              <a:rPr lang="en-AU" dirty="0" smtClean="0">
                <a:ea typeface="Adobe Kaiti Std R" pitchFamily="18" charset="-128"/>
              </a:rPr>
              <a:t>Emergency Warning Signal (</a:t>
            </a:r>
            <a:r>
              <a:rPr lang="en-AU" dirty="0" smtClean="0">
                <a:ea typeface="Adobe Kaiti Std R" pitchFamily="18" charset="-128"/>
              </a:rPr>
              <a:t>SEWS)</a:t>
            </a:r>
          </a:p>
        </p:txBody>
      </p:sp>
      <p:sp>
        <p:nvSpPr>
          <p:cNvPr id="3" name="Subtitle 2"/>
          <p:cNvSpPr>
            <a:spLocks noGrp="1"/>
          </p:cNvSpPr>
          <p:nvPr>
            <p:ph type="subTitle" idx="1"/>
          </p:nvPr>
        </p:nvSpPr>
        <p:spPr>
          <a:xfrm>
            <a:off x="395288" y="3716338"/>
            <a:ext cx="8353425" cy="2881014"/>
          </a:xfrm>
        </p:spPr>
        <p:txBody>
          <a:bodyPr rtlCol="0">
            <a:noAutofit/>
          </a:bodyPr>
          <a:lstStyle/>
          <a:p>
            <a:pPr algn="l" eaLnBrk="1" fontAlgn="auto" hangingPunct="1">
              <a:spcAft>
                <a:spcPts val="0"/>
              </a:spcAft>
              <a:buFont typeface="Arial" pitchFamily="34" charset="0"/>
              <a:buNone/>
              <a:defRPr/>
            </a:pPr>
            <a:r>
              <a:rPr lang="en-AU" sz="1600" dirty="0" smtClean="0">
                <a:solidFill>
                  <a:schemeClr val="tx1"/>
                </a:solidFill>
              </a:rPr>
              <a:t>When a destructive weather event such as a cyclone is predicted to affect a particular region, a distinctive audio signal is broadcast on television and radio prior to any announcement or advice relating to the event.  There are strict rules on the use of this warning signal in Queensland.</a:t>
            </a:r>
          </a:p>
          <a:p>
            <a:pPr algn="l" eaLnBrk="1" fontAlgn="auto" hangingPunct="1">
              <a:spcAft>
                <a:spcPts val="0"/>
              </a:spcAft>
              <a:buFont typeface="Arial" pitchFamily="34" charset="0"/>
              <a:buNone/>
              <a:defRPr/>
            </a:pPr>
            <a:endParaRPr lang="en-AU" sz="1600" dirty="0" smtClean="0">
              <a:solidFill>
                <a:schemeClr val="tx1"/>
              </a:solidFill>
            </a:endParaRPr>
          </a:p>
          <a:p>
            <a:pPr algn="l" eaLnBrk="1" fontAlgn="auto" hangingPunct="1">
              <a:spcAft>
                <a:spcPts val="0"/>
              </a:spcAft>
              <a:buFont typeface="Arial" pitchFamily="34" charset="0"/>
              <a:buNone/>
              <a:defRPr/>
            </a:pPr>
            <a:r>
              <a:rPr lang="en-AU" sz="1600" dirty="0" smtClean="0">
                <a:solidFill>
                  <a:schemeClr val="tx1"/>
                </a:solidFill>
              </a:rPr>
              <a:t>Double click the audio button to the right to hear the signal.</a:t>
            </a:r>
          </a:p>
          <a:p>
            <a:pPr algn="l" eaLnBrk="1" fontAlgn="auto" hangingPunct="1">
              <a:spcAft>
                <a:spcPts val="0"/>
              </a:spcAft>
              <a:buFont typeface="Arial" pitchFamily="34" charset="0"/>
              <a:buNone/>
              <a:defRPr/>
            </a:pPr>
            <a:endParaRPr lang="en-AU" sz="1600" dirty="0" smtClean="0">
              <a:solidFill>
                <a:schemeClr val="tx1"/>
              </a:solidFill>
            </a:endParaRPr>
          </a:p>
          <a:p>
            <a:pPr algn="l" eaLnBrk="1" fontAlgn="auto" hangingPunct="1">
              <a:spcAft>
                <a:spcPts val="0"/>
              </a:spcAft>
              <a:buFont typeface="Arial" pitchFamily="34" charset="0"/>
              <a:buNone/>
              <a:defRPr/>
            </a:pPr>
            <a:r>
              <a:rPr lang="en-AU" sz="1600" dirty="0" smtClean="0">
                <a:solidFill>
                  <a:schemeClr val="tx1"/>
                </a:solidFill>
              </a:rPr>
              <a:t>After the sound plays the presenter would provide details of the emergency situation.  In the case of cyclone information such as the cyclone’s category, wind speed, direction, estimations on when it will reach certain locations, precautions that should be taken and when the next update will be available would be broadcast.</a:t>
            </a:r>
          </a:p>
        </p:txBody>
      </p:sp>
      <p:pic>
        <p:nvPicPr>
          <p:cNvPr id="2052"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881188" y="1772816"/>
            <a:ext cx="5381625" cy="186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3" name="TextBox 4"/>
          <p:cNvSpPr txBox="1">
            <a:spLocks noChangeArrowheads="1"/>
          </p:cNvSpPr>
          <p:nvPr/>
        </p:nvSpPr>
        <p:spPr bwMode="auto">
          <a:xfrm>
            <a:off x="4211960" y="3284984"/>
            <a:ext cx="3888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None/>
            </a:pPr>
            <a:r>
              <a:rPr lang="en-AU" sz="600" i="1" dirty="0">
                <a:solidFill>
                  <a:schemeClr val="bg1">
                    <a:lumMod val="50000"/>
                  </a:schemeClr>
                </a:solidFill>
                <a:latin typeface="Calibri"/>
                <a:cs typeface="Calibri"/>
              </a:rPr>
              <a:t>Standard Emergency Warning Signal (SEWS)</a:t>
            </a:r>
            <a:r>
              <a:rPr lang="en-AU" sz="600" dirty="0">
                <a:solidFill>
                  <a:schemeClr val="bg1">
                    <a:lumMod val="50000"/>
                  </a:schemeClr>
                </a:solidFill>
                <a:latin typeface="Calibri"/>
                <a:cs typeface="Calibri"/>
              </a:rPr>
              <a:t> </a:t>
            </a:r>
            <a:r>
              <a:rPr lang="en-AU" sz="600" dirty="0" smtClean="0">
                <a:solidFill>
                  <a:schemeClr val="bg1">
                    <a:lumMod val="50000"/>
                  </a:schemeClr>
                </a:solidFill>
                <a:latin typeface="Calibri"/>
                <a:cs typeface="Calibri"/>
              </a:rPr>
              <a:t>  © </a:t>
            </a:r>
            <a:r>
              <a:rPr lang="en-AU" sz="600" dirty="0">
                <a:solidFill>
                  <a:schemeClr val="bg1">
                    <a:lumMod val="50000"/>
                  </a:schemeClr>
                </a:solidFill>
                <a:latin typeface="Calibri"/>
                <a:cs typeface="Calibri"/>
              </a:rPr>
              <a:t>State of Queensland (Queensland Fire and Emergency Services</a:t>
            </a:r>
            <a:r>
              <a:rPr lang="en-AU" sz="600" dirty="0" smtClean="0">
                <a:solidFill>
                  <a:schemeClr val="bg1">
                    <a:lumMod val="50000"/>
                  </a:schemeClr>
                </a:solidFill>
                <a:latin typeface="Calibri"/>
                <a:cs typeface="Calibri"/>
              </a:rPr>
              <a:t>) </a:t>
            </a:r>
            <a:r>
              <a:rPr lang="en-AU" sz="600" dirty="0">
                <a:solidFill>
                  <a:schemeClr val="bg1">
                    <a:lumMod val="50000"/>
                  </a:schemeClr>
                </a:solidFill>
                <a:latin typeface="Calibri"/>
                <a:cs typeface="Calibri"/>
              </a:rPr>
              <a:t>http://www.disaster.qld.gov.au/Warnings_and_Alerts/About_SEWS.html CC BY 4.0 creativecommons.org/licenses/by/4.0/</a:t>
            </a:r>
            <a:r>
              <a:rPr lang="en-AU" sz="600" dirty="0" err="1">
                <a:solidFill>
                  <a:schemeClr val="bg1">
                    <a:lumMod val="50000"/>
                  </a:schemeClr>
                </a:solidFill>
                <a:latin typeface="Calibri"/>
                <a:cs typeface="Calibri"/>
              </a:rPr>
              <a:t>deed.en</a:t>
            </a:r>
            <a:endParaRPr lang="en-AU" sz="600" dirty="0">
              <a:solidFill>
                <a:schemeClr val="bg1">
                  <a:lumMod val="50000"/>
                </a:schemeClr>
              </a:solidFill>
              <a:latin typeface="Calibri"/>
              <a:cs typeface="Calibri"/>
            </a:endParaRPr>
          </a:p>
          <a:p>
            <a:pPr eaLnBrk="1" hangingPunct="1">
              <a:spcBef>
                <a:spcPct val="0"/>
              </a:spcBef>
              <a:buFontTx/>
              <a:buNone/>
            </a:pPr>
            <a:endParaRPr lang="en-AU" altLang="en-US" sz="600" dirty="0">
              <a:latin typeface="Arial" charset="0"/>
            </a:endParaRPr>
          </a:p>
        </p:txBody>
      </p:sp>
      <p:pic>
        <p:nvPicPr>
          <p:cNvPr id="5" name="audio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508104" y="4652963"/>
            <a:ext cx="609600" cy="6096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708"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b754915e01b934f10b57124773e9fbfa25bd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TotalTime>
  <Words>150</Words>
  <Application>Microsoft Office PowerPoint</Application>
  <PresentationFormat>On-screen Show (4:3)</PresentationFormat>
  <Paragraphs>7</Paragraphs>
  <Slides>1</Slides>
  <Notes>0</Notes>
  <HiddenSlides>0</HiddenSlides>
  <MMClips>1</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Standard Emergency Warning Signal (SEWS)</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 Emergency Warning Signal (SEWS)</dc:title>
  <dc:creator>ALEXANDER, Vivienne</dc:creator>
  <cp:lastModifiedBy>KORREL, Susan</cp:lastModifiedBy>
  <cp:revision>20</cp:revision>
  <dcterms:created xsi:type="dcterms:W3CDTF">2013-12-04T01:16:38Z</dcterms:created>
  <dcterms:modified xsi:type="dcterms:W3CDTF">2016-06-23T02:33:53Z</dcterms:modified>
</cp:coreProperties>
</file>