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0" r:id="rId4"/>
    <p:sldId id="257" r:id="rId5"/>
    <p:sldId id="261" r:id="rId6"/>
    <p:sldId id="258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9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2C3564-02F3-4079-A28F-59FD6ABC4D17}" v="2" dt="2023-07-30T00:41:54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37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1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2979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2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5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0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7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62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6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9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4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92979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7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6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Sci_Y06_U2_SS_Geothermal</a:t>
            </a:r>
          </a:p>
        </p:txBody>
      </p:sp>
      <p:pic>
        <p:nvPicPr>
          <p:cNvPr id="9" name="Picture 8" descr="C2CIcon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9" descr="Qld-CoA-1LS-S-mono-webTRANS.png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1" name="Picture 10" descr="DET2016.png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0000" y="6593809"/>
            <a:ext cx="1584000" cy="18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1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5369" y="1195754"/>
            <a:ext cx="560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Sustainable source of energy – Geothermal energy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4000" cy="6431935"/>
          </a:xfrm>
          <a:prstGeom prst="rect">
            <a:avLst/>
          </a:prstGeom>
        </p:spPr>
      </p:pic>
      <p:sp>
        <p:nvSpPr>
          <p:cNvPr id="5" name="AutoShape 6"/>
          <p:cNvSpPr txBox="1">
            <a:spLocks noChangeAspect="1" noChangeArrowheads="1"/>
          </p:cNvSpPr>
          <p:nvPr/>
        </p:nvSpPr>
        <p:spPr>
          <a:xfrm>
            <a:off x="311355" y="1767329"/>
            <a:ext cx="7341419" cy="1583831"/>
          </a:xfrm>
          <a:prstGeom prst="rect">
            <a:avLst/>
          </a:prstGeom>
          <a:solidFill>
            <a:srgbClr val="7097FF">
              <a:alpha val="46000"/>
            </a:srgbClr>
          </a:solidFill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Tx/>
              <a:buNone/>
              <a:defRPr/>
            </a:pPr>
            <a:r>
              <a:rPr lang="en-AU" sz="3600" b="1" dirty="0">
                <a:solidFill>
                  <a:schemeClr val="bg1"/>
                </a:solidFill>
                <a:latin typeface="Arial"/>
                <a:cs typeface="Arial"/>
              </a:rPr>
              <a:t>Renewable source of energy: </a:t>
            </a:r>
            <a:br>
              <a:rPr lang="en-AU" sz="3600" b="1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en-AU" sz="4800" b="1" dirty="0">
                <a:solidFill>
                  <a:schemeClr val="bg1"/>
                </a:solidFill>
                <a:latin typeface="Arial"/>
                <a:cs typeface="Arial"/>
              </a:rPr>
              <a:t>G</a:t>
            </a:r>
            <a:r>
              <a:rPr lang="en-AU" sz="4800" b="1">
                <a:solidFill>
                  <a:schemeClr val="bg1"/>
                </a:solidFill>
                <a:latin typeface="Arial"/>
                <a:cs typeface="Arial"/>
              </a:rPr>
              <a:t>eothermal</a:t>
            </a:r>
            <a:endParaRPr lang="en-AU" sz="48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3122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What is a geothermal energy source?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279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A geothermal energy source uses heat from below Earth’s surface for heating and generating electricity.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0" y="2888106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9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Geothermal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4528"/>
            <a:ext cx="8229600" cy="344605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The temperature at the centre of Earth is over 5000 ˚C and</a:t>
            </a:r>
            <a:b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200–400 ˚C in parts of Earth’s crust.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It is a renewable energy source.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It is a sustainable resource.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Is used all around the world for heating and generating electricity.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It has been used for thousands of years. It was used by the ancient Romans for heating buildings and water for bathing. </a:t>
            </a: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71832"/>
            <a:ext cx="8229600" cy="1393719"/>
          </a:xfrm>
          <a:prstGeom prst="rect">
            <a:avLst/>
          </a:prstGeom>
          <a:solidFill>
            <a:srgbClr val="7097FF"/>
          </a:solidFill>
        </p:spPr>
        <p:txBody>
          <a:bodyPr wrap="square" lIns="180000" tIns="187200" rIns="180000" bIns="187200">
            <a:spAutoFit/>
          </a:bodyPr>
          <a:lstStyle/>
          <a:p>
            <a:pPr algn="ctr">
              <a:spcBef>
                <a:spcPts val="0"/>
              </a:spcBef>
              <a:spcAft>
                <a:spcPts val="2400"/>
              </a:spcAft>
            </a:pPr>
            <a:r>
              <a:rPr lang="en-AU" sz="22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AU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Geo</a:t>
            </a:r>
            <a:r>
              <a:rPr lang="en-AU" sz="2200" dirty="0">
                <a:latin typeface="Arial" panose="020B0604020202020204" pitchFamily="34" charset="0"/>
                <a:cs typeface="Arial" panose="020B0604020202020204" pitchFamily="34" charset="0"/>
              </a:rPr>
              <a:t>’ is the Greek word for ‘</a:t>
            </a:r>
            <a:r>
              <a:rPr lang="en-AU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the earth</a:t>
            </a:r>
            <a:r>
              <a:rPr lang="en-AU" sz="2200" dirty="0">
                <a:latin typeface="Arial" panose="020B0604020202020204" pitchFamily="34" charset="0"/>
                <a:cs typeface="Arial" panose="020B0604020202020204" pitchFamily="34" charset="0"/>
              </a:rPr>
              <a:t>’ and ‘</a:t>
            </a:r>
            <a:r>
              <a:rPr lang="en-AU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thermal</a:t>
            </a:r>
            <a:r>
              <a:rPr lang="en-AU" sz="2200" dirty="0">
                <a:latin typeface="Arial" panose="020B0604020202020204" pitchFamily="34" charset="0"/>
                <a:cs typeface="Arial" panose="020B0604020202020204" pitchFamily="34" charset="0"/>
              </a:rPr>
              <a:t>’ is the Greek word for ‘</a:t>
            </a:r>
            <a:r>
              <a:rPr lang="en-AU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heat</a:t>
            </a:r>
            <a:r>
              <a:rPr lang="en-AU" sz="2200" dirty="0">
                <a:latin typeface="Arial" panose="020B0604020202020204" pitchFamily="34" charset="0"/>
                <a:cs typeface="Arial" panose="020B0604020202020204" pitchFamily="34" charset="0"/>
              </a:rPr>
              <a:t>’ — so </a:t>
            </a:r>
            <a:r>
              <a:rPr lang="en-AU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geothermal</a:t>
            </a:r>
            <a:r>
              <a:rPr lang="en-AU" sz="2200" dirty="0">
                <a:latin typeface="Arial" panose="020B0604020202020204" pitchFamily="34" charset="0"/>
                <a:cs typeface="Arial" panose="020B0604020202020204" pitchFamily="34" charset="0"/>
              </a:rPr>
              <a:t> means </a:t>
            </a:r>
            <a:br>
              <a:rPr lang="en-AU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2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AU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heat from the earth</a:t>
            </a:r>
            <a:r>
              <a:rPr lang="en-AU" sz="2200" dirty="0">
                <a:latin typeface="Arial" panose="020B0604020202020204" pitchFamily="34" charset="0"/>
                <a:cs typeface="Arial" panose="020B0604020202020204" pitchFamily="34" charset="0"/>
              </a:rPr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3528563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813" y="188807"/>
            <a:ext cx="7572375" cy="5664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43883" y="5946519"/>
            <a:ext cx="814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This is the oldest known hot-spring bath built in the third century BCE in China.</a:t>
            </a:r>
          </a:p>
        </p:txBody>
      </p:sp>
    </p:spTree>
    <p:extLst>
      <p:ext uri="{BB962C8B-B14F-4D97-AF65-F5344CB8AC3E}">
        <p14:creationId xmlns:p14="http://schemas.microsoft.com/office/powerpoint/2010/main" val="2577684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509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In general, geothermal power stations use heat from the earth to  produce steam.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Holes are drilled down (about 2 km) to access underground geothermal reservoirs.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The hot water and steam are piped up to the power plant to spin the turbines and generate electricity.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In 2015, 24 countries had geothermal power stations to generate electricity.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3732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058" y="158889"/>
            <a:ext cx="7479884" cy="4989025"/>
          </a:xfrm>
        </p:spPr>
      </p:pic>
      <p:sp>
        <p:nvSpPr>
          <p:cNvPr id="2" name="TextBox 1"/>
          <p:cNvSpPr txBox="1"/>
          <p:nvPr/>
        </p:nvSpPr>
        <p:spPr>
          <a:xfrm>
            <a:off x="665824" y="5337943"/>
            <a:ext cx="793663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power plant is the </a:t>
            </a:r>
            <a:r>
              <a:rPr lang="en-AU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Nesjavellir</a:t>
            </a:r>
            <a:r>
              <a:rPr lang="en-A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Geothermal power station in Iceland. Iceland generates 100 per cent of its electricity from renewable energy sources. Geothermal energy produces 25 per cent and hydroelectric power produces 75 per cent.</a:t>
            </a:r>
          </a:p>
        </p:txBody>
      </p:sp>
    </p:spTree>
    <p:extLst>
      <p:ext uri="{BB962C8B-B14F-4D97-AF65-F5344CB8AC3E}">
        <p14:creationId xmlns:p14="http://schemas.microsoft.com/office/powerpoint/2010/main" val="4020584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1780"/>
            <a:ext cx="8229600" cy="674349"/>
          </a:xfrm>
        </p:spPr>
        <p:txBody>
          <a:bodyPr/>
          <a:lstStyle/>
          <a:p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Attributions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9818"/>
            <a:ext cx="8229600" cy="4525963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1: 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Brocken </a:t>
            </a:r>
            <a:r>
              <a:rPr lang="en-AU" sz="1400" dirty="0" err="1">
                <a:latin typeface="Arial" panose="020B0604020202020204" pitchFamily="34" charset="0"/>
                <a:cs typeface="Arial" panose="020B0604020202020204" pitchFamily="34" charset="0"/>
              </a:rPr>
              <a:t>Inaglory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1400" i="1" dirty="0">
                <a:latin typeface="Arial" panose="020B0604020202020204" pitchFamily="34" charset="0"/>
                <a:cs typeface="Arial" panose="020B0604020202020204" pitchFamily="34" charset="0"/>
              </a:rPr>
              <a:t>Steam phase eruption of Castle Geyser with double rainbow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, http://commons.wikimedia.org/wiki/File:Steam_Phase_eruption_of_Castle_geyser_with_double_rainbow.jpg  CC BY-SA 3.0 creativecommons.org/licenses/by-</a:t>
            </a:r>
            <a:r>
              <a:rPr lang="en-AU" sz="14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/3.0/</a:t>
            </a:r>
            <a:r>
              <a:rPr lang="en-AU" sz="1400" dirty="0" err="1">
                <a:latin typeface="Arial" panose="020B0604020202020204" pitchFamily="34" charset="0"/>
                <a:cs typeface="Arial" panose="020B0604020202020204" pitchFamily="34" charset="0"/>
              </a:rPr>
              <a:t>deed.en</a:t>
            </a:r>
            <a:endParaRPr lang="en-A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2: 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http://pixabay.com/en/yellowstone-national-park-wyoming-215196/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4: </a:t>
            </a:r>
            <a:r>
              <a:rPr lang="en-AU" sz="1400" dirty="0" err="1">
                <a:latin typeface="Arial" panose="020B0604020202020204" pitchFamily="34" charset="0"/>
                <a:cs typeface="Arial" panose="020B0604020202020204" pitchFamily="34" charset="0"/>
              </a:rPr>
              <a:t>Ytrottier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1400" i="1" dirty="0">
                <a:latin typeface="Arial" panose="020B0604020202020204" pitchFamily="34" charset="0"/>
                <a:cs typeface="Arial" panose="020B0604020202020204" pitchFamily="34" charset="0"/>
              </a:rPr>
              <a:t>Oldest geothermal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, http://commons.wikimedia.org/wiki/File:Oldest_geothermal.jpg CC BY-SA 3.0 creativecommons.org/licenses/by-</a:t>
            </a:r>
            <a:r>
              <a:rPr lang="en-AU" sz="14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/3.0/</a:t>
            </a:r>
            <a:r>
              <a:rPr lang="en-AU" sz="1400" dirty="0" err="1">
                <a:latin typeface="Arial" panose="020B0604020202020204" pitchFamily="34" charset="0"/>
                <a:cs typeface="Arial" panose="020B0604020202020204" pitchFamily="34" charset="0"/>
              </a:rPr>
              <a:t>deed.en</a:t>
            </a:r>
            <a:endParaRPr lang="en-A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6: 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http://commons.wikimedia.org/wiki/File:NesjavellirPowerPlant_edit2.jpg</a:t>
            </a:r>
          </a:p>
          <a:p>
            <a:pPr marL="0" indent="0">
              <a:buNone/>
            </a:pPr>
            <a:endParaRPr lang="en-A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324234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497</TotalTime>
  <Words>407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Presentation</vt:lpstr>
      <vt:lpstr>PowerPoint Presentation</vt:lpstr>
      <vt:lpstr>What is a geothermal energy source?</vt:lpstr>
      <vt:lpstr>Geothermal energy</vt:lpstr>
      <vt:lpstr>PowerPoint Presentation</vt:lpstr>
      <vt:lpstr>How does it work?</vt:lpstr>
      <vt:lpstr>PowerPoint Presentation</vt:lpstr>
      <vt:lpstr>Attributions</vt:lpstr>
    </vt:vector>
  </TitlesOfParts>
  <Company>Queensland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MAYNES, Anne</dc:creator>
  <cp:lastModifiedBy>Douglas Sutherland</cp:lastModifiedBy>
  <cp:revision>58</cp:revision>
  <dcterms:created xsi:type="dcterms:W3CDTF">2015-04-24T01:49:18Z</dcterms:created>
  <dcterms:modified xsi:type="dcterms:W3CDTF">2023-07-30T00:42:05Z</dcterms:modified>
</cp:coreProperties>
</file>