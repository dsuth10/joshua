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3" r:id="rId6"/>
    <p:sldId id="261" r:id="rId7"/>
    <p:sldId id="265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-169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B8910-78E8-4A4D-98F8-A5232B12D934}" type="datetimeFigureOut">
              <a:rPr lang="en-AU" smtClean="0"/>
              <a:t>29/02/2016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12294-1B20-4A70-913D-037F372EF9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810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A01BA-A77F-41E8-9AAD-D6CB738839FC}" type="datetimeFigureOut">
              <a:rPr lang="en-AU" smtClean="0"/>
              <a:t>29/02/2016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B1438-17D6-4F5F-888C-BF17DA1C15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434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2/29/2016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147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2979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2/29/2016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2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2/29/2016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5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2/29/2016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0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2/29/2016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7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2/29/2016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62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2/29/2016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6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2/29/2016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9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2/29/2016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4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92979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2/29/2016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7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2/29/2016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6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Sci_Y06_U2_SS_InvestigatingWaste</a:t>
            </a:r>
          </a:p>
        </p:txBody>
      </p:sp>
      <p:pic>
        <p:nvPicPr>
          <p:cNvPr id="9" name="Picture 8" descr="C2CIcon.pn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0" name="Picture 9" descr="Qld-CoA-1LS-S-mono-webTRANS.png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11" name="Picture 10" descr="DET2016.png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0000" y="6593809"/>
            <a:ext cx="1584000" cy="18761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0"/>
            <a:ext cx="9144000" cy="64155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145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2177" y="155921"/>
            <a:ext cx="50196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5400" dirty="0" smtClean="0">
                <a:latin typeface="Arial" panose="020B0604020202020204" pitchFamily="34" charset="0"/>
                <a:cs typeface="Arial" panose="020B0604020202020204" pitchFamily="34" charset="0"/>
              </a:rPr>
              <a:t>Investigating waste as an energy source</a:t>
            </a:r>
            <a:endParaRPr lang="en-AU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3357" y="2994475"/>
            <a:ext cx="2957286" cy="314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2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AU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Think about the amount of rubbish your class makes every day.</a:t>
            </a:r>
            <a:endParaRPr lang="en-A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56214" y="1971919"/>
            <a:ext cx="2213429" cy="2761620"/>
          </a:xfrm>
        </p:spPr>
      </p:pic>
      <p:sp>
        <p:nvSpPr>
          <p:cNvPr id="5" name="TextBox 4"/>
          <p:cNvSpPr txBox="1"/>
          <p:nvPr/>
        </p:nvSpPr>
        <p:spPr>
          <a:xfrm>
            <a:off x="408215" y="5025926"/>
            <a:ext cx="8327570" cy="677108"/>
          </a:xfrm>
          <a:prstGeom prst="rect">
            <a:avLst/>
          </a:prstGeom>
          <a:solidFill>
            <a:srgbClr val="FFC000"/>
          </a:solidFill>
        </p:spPr>
        <p:txBody>
          <a:bodyPr wrap="square" lIns="252000" rIns="252000" rtlCol="0">
            <a:spAutoFit/>
          </a:bodyPr>
          <a:lstStyle/>
          <a:p>
            <a:pPr algn="ctr"/>
            <a:r>
              <a:rPr lang="en-AU" sz="380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kind of things are in your bin?</a:t>
            </a:r>
            <a:endParaRPr lang="en-AU" sz="38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31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9099"/>
            <a:ext cx="8229600" cy="3463691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Some places around the world view waste not as rubbish to go into a landfill, but as a valuable resource.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All types of 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waste, 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such as household and industrial 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waste, 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are being processed in a range of ways to generate electricity. They are generally processed in places called waste to energy facilities.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7508" y="3752397"/>
            <a:ext cx="3268984" cy="245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09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248" y="292214"/>
            <a:ext cx="8459504" cy="2556216"/>
          </a:xfrm>
        </p:spPr>
        <p:txBody>
          <a:bodyPr/>
          <a:lstStyle/>
          <a:p>
            <a:pPr marL="0" indent="0">
              <a:buNone/>
            </a:pP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Waste to energy facilities are opening up around Australia and around the world. They are environmentally friendly and are using a sustainable resource (waste) instead of fossil fuels to generate electricity and heating.  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248" y="2767445"/>
            <a:ext cx="4597757" cy="3448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32164" y="5569432"/>
            <a:ext cx="258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LondonWaste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EcoPark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  Energy Centre 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3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538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There are different types of waste to energy facilities in Australia. A couple of methods used to generate electricity are:</a:t>
            </a:r>
          </a:p>
          <a:p>
            <a:r>
              <a:rPr lang="en-A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Low temperature gasification technology 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en-A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Waste is converted into a synthetic gas and then fired to produce heat energy. The heat energy is then used to produce steam.</a:t>
            </a:r>
          </a:p>
          <a:p>
            <a:r>
              <a:rPr lang="en-A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Thermal heat 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en-A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Household and industrial waste are burned in a specially designed machine to produce heat energy. The heat energy is then used to produce steam.</a:t>
            </a:r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2929" y="4709516"/>
            <a:ext cx="7638142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could electricity </a:t>
            </a:r>
          </a:p>
          <a:p>
            <a:pPr algn="ctr"/>
            <a:r>
              <a:rPr lang="en-AU" sz="360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generated now?</a:t>
            </a:r>
            <a:endParaRPr lang="en-AU" sz="36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86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064" y="274638"/>
            <a:ext cx="8229600" cy="931862"/>
          </a:xfrm>
        </p:spPr>
        <p:txBody>
          <a:bodyPr/>
          <a:lstStyle/>
          <a:p>
            <a:pPr algn="l"/>
            <a:r>
              <a:rPr lang="en-AU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Some of the types of waste currently being used as energy sources to generate electricity are:</a:t>
            </a:r>
            <a:endParaRPr lang="en-A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64" y="1592979"/>
            <a:ext cx="8229600" cy="4525963"/>
          </a:xfrm>
        </p:spPr>
        <p:txBody>
          <a:bodyPr/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rop waste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ivestock manure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ood scraps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aper  production waste </a:t>
            </a:r>
            <a:b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(black liquor)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ood scraps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ewage.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3489" y="1389924"/>
            <a:ext cx="3449808" cy="22989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3489" y="3819071"/>
            <a:ext cx="3449807" cy="229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5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0173"/>
            <a:ext cx="8229600" cy="2433828"/>
          </a:xfrm>
        </p:spPr>
        <p:txBody>
          <a:bodyPr/>
          <a:lstStyle/>
          <a:p>
            <a:pPr marL="0" indent="0">
              <a:buNone/>
            </a:pP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These types of waste are also called biowaste. </a:t>
            </a: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Biowaste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is organic waste products from industries that can be used as an energy source.</a:t>
            </a:r>
          </a:p>
          <a:p>
            <a:pPr marL="0" indent="0">
              <a:buNone/>
            </a:pP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Bioenergy</a:t>
            </a:r>
            <a:r>
              <a:rPr lang="en-A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is the renewable energy that can be extracted from biowaste.</a:t>
            </a:r>
          </a:p>
          <a:p>
            <a:pPr marL="0" indent="0">
              <a:buNone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9" y="3018063"/>
            <a:ext cx="4739369" cy="3159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3590" y="5359926"/>
            <a:ext cx="2605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Wood scraps is a type of biowaste. It is also a source of bioenergy.</a:t>
            </a:r>
            <a:endParaRPr lang="en-A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88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Attribution slide:</a:t>
            </a:r>
            <a:endParaRPr lang="en-A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4918792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AU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Slide 1: </a:t>
            </a: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://pixabay.com/en/trash-can-trash-can-rubbish-bin-313711</a:t>
            </a: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endParaRPr lang="en-AU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AU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Slide 2: </a:t>
            </a: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https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://openclipart.org/detail/27074/trash-</a:t>
            </a: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endParaRPr lang="en-AU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AU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Slide 3: </a:t>
            </a: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://pixabay.com/en/garbage-bags-waste-plastic-413757</a:t>
            </a: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endParaRPr lang="en-AU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AU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Slide 4: </a:t>
            </a: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://commons.wikimedia.org/wiki/File:Edmonton_Incinerator_DSC00571.jpg </a:t>
            </a:r>
            <a:endParaRPr lang="en-AU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AU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Slide 6: </a:t>
            </a: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://pixabay.com/en/background-biomass-crop-cut-70997</a:t>
            </a: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	      http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://pixabay.com/en/dung-compost-heap-rallying-point-406217</a:t>
            </a: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endParaRPr lang="en-AU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AU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Slide 7: </a:t>
            </a:r>
            <a:r>
              <a:rPr lang="en-A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://pixabay.com/en/sawdust-the-hand-wood-shavings-547506/</a:t>
            </a:r>
            <a:endParaRPr lang="en-A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54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Revers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PresentationReverse</Template>
  <TotalTime>609</TotalTime>
  <Words>322</Words>
  <Application>Microsoft Office PowerPoint</Application>
  <PresentationFormat>On-screen Show (4:3)</PresentationFormat>
  <Paragraphs>30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PresentationReverse</vt:lpstr>
      <vt:lpstr>PowerPoint Presentation</vt:lpstr>
      <vt:lpstr>Think about the amount of rubbish your class makes every day.</vt:lpstr>
      <vt:lpstr>PowerPoint Presentation</vt:lpstr>
      <vt:lpstr>PowerPoint Presentation</vt:lpstr>
      <vt:lpstr>PowerPoint Presentation</vt:lpstr>
      <vt:lpstr>Some of the types of waste currently being used as energy sources to generate electricity are:</vt:lpstr>
      <vt:lpstr>PowerPoint Presentation</vt:lpstr>
      <vt:lpstr>Attribution slide:</vt:lpstr>
    </vt:vector>
  </TitlesOfParts>
  <Company>Queensland Government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MAYNES, Anne</dc:creator>
  <cp:lastModifiedBy>GOLD, Chrissie</cp:lastModifiedBy>
  <cp:revision>59</cp:revision>
  <dcterms:created xsi:type="dcterms:W3CDTF">2015-04-29T21:52:23Z</dcterms:created>
  <dcterms:modified xsi:type="dcterms:W3CDTF">2016-02-29T03:41:41Z</dcterms:modified>
</cp:coreProperties>
</file>