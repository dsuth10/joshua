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3" r:id="rId4"/>
    <p:sldId id="264" r:id="rId5"/>
    <p:sldId id="265" r:id="rId6"/>
    <p:sldId id="266" r:id="rId7"/>
    <p:sldId id="258" r:id="rId8"/>
    <p:sldId id="267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85486" autoAdjust="0"/>
  </p:normalViewPr>
  <p:slideViewPr>
    <p:cSldViewPr snapToGrid="0" snapToObjects="1">
      <p:cViewPr varScale="1">
        <p:scale>
          <a:sx n="100" d="100"/>
          <a:sy n="100" d="100"/>
        </p:scale>
        <p:origin x="-18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BD205-9E7C-49E9-B9C0-10483E506142}" type="datetimeFigureOut">
              <a:rPr lang="en-AU" smtClean="0"/>
              <a:t>1/03/2016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9E872-67D0-4B60-9E2D-752BE6BE0955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485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9E872-67D0-4B60-9E2D-752BE6BE0955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470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This</a:t>
            </a:r>
            <a:r>
              <a:rPr lang="en-AU" baseline="0" dirty="0" smtClean="0"/>
              <a:t> electrician is wearing a hard hat, glasses, a safety harness, long pants and long-sleeved shirt and extra-thick-rubber insulated gloves.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9E872-67D0-4B60-9E2D-752BE6BE0955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707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9E872-67D0-4B60-9E2D-752BE6BE0955}" type="slidenum">
              <a:rPr lang="en-AU" smtClean="0"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631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1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2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65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50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7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6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9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4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3/1/2016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Sci_Y06_U2_SS_PPElectricians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1" name="Picture 10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1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2603" y="473426"/>
            <a:ext cx="8548961" cy="1446550"/>
          </a:xfrm>
          <a:prstGeom prst="rect">
            <a:avLst/>
          </a:prstGeom>
          <a:solidFill>
            <a:srgbClr val="FFC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Personal protective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quipment: </a:t>
            </a:r>
            <a:b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Electricians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833" y="1976385"/>
            <a:ext cx="2337262" cy="41551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6"/>
          <a:stretch/>
        </p:blipFill>
        <p:spPr>
          <a:xfrm>
            <a:off x="5902962" y="1976385"/>
            <a:ext cx="2417507" cy="415513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5131" y="1976385"/>
            <a:ext cx="2615795" cy="41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2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5993" y="2570619"/>
            <a:ext cx="5572014" cy="3715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5300" y="323850"/>
            <a:ext cx="8077200" cy="2130202"/>
          </a:xfrm>
          <a:prstGeom prst="rect">
            <a:avLst/>
          </a:prstGeom>
          <a:solidFill>
            <a:srgbClr val="FFC000"/>
          </a:solidFill>
        </p:spPr>
        <p:txBody>
          <a:bodyPr wrap="square" tIns="140400" bIns="140400" rtlCol="0">
            <a:spAutoFit/>
          </a:bodyPr>
          <a:lstStyle/>
          <a:p>
            <a:pPr algn="ctr"/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 is dangerous. Very dangerous. </a:t>
            </a:r>
          </a:p>
          <a:p>
            <a:pPr algn="ctr"/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is a range of jobs that work with electricity and electrical appliances. People in those jobs follow strict safety protocols with their clothing, equipment and behaviour to stay safe.</a:t>
            </a: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2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8047_C2C\SCIENCE\Year_06\Yr_06_Unit 2\Writ1ng\Writing Ph 4\Level 3\RESOURCES\Images\NEW_Sci_Y06_U2_ElectricianGloves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7973" y="4309814"/>
            <a:ext cx="2631132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01706" y="371109"/>
            <a:ext cx="5273753" cy="2437978"/>
          </a:xfrm>
          <a:prstGeom prst="rect">
            <a:avLst/>
          </a:prstGeom>
          <a:solidFill>
            <a:srgbClr val="FFC000"/>
          </a:solidFill>
        </p:spPr>
        <p:txBody>
          <a:bodyPr wrap="square" lIns="180000" tIns="140400" rIns="180000" bIns="140400" rtlCol="0" anchor="ctr">
            <a:spAutoFit/>
          </a:bodyPr>
          <a:lstStyle/>
          <a:p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When electricians are working in residential situations, for example, in a household, they disconnect the electricity from the power source before they start working. A test instrument is then used to prove there is no electricity left in the circuits or electrical appliances.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706" y="2925654"/>
            <a:ext cx="5273753" cy="31700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Aft>
                <a:spcPts val="1800"/>
              </a:spcAft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While testing to ensure the power is off, electricians should wear a 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minimum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of: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afety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boots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ong-sleeved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cotton 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shirt</a:t>
            </a:r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afety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glasses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nsulated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gloves 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if a risk assessment deems necessary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8718" y="371109"/>
            <a:ext cx="2620387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0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4426" y="294475"/>
            <a:ext cx="6915150" cy="1958743"/>
          </a:xfrm>
          <a:prstGeom prst="rect">
            <a:avLst/>
          </a:prstGeom>
          <a:solidFill>
            <a:srgbClr val="FFC000"/>
          </a:solidFill>
        </p:spPr>
        <p:txBody>
          <a:bodyPr wrap="square" tIns="93600" bIns="936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When working on household repairs, electricians should wear a minimum of: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afety boots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ong-sleeved cotton shirt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afety glasses.</a:t>
            </a:r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8047_C2C\SCIENCE\Year_06\Yr_06_Unit 2\Writ1ng\Writing Ph 4\Level 3\RESOURCES\Images\NEW_Sci_Y06_U2_ElectricianTest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4425" y="2287685"/>
            <a:ext cx="6915150" cy="388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41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2213" y="788443"/>
            <a:ext cx="4177665" cy="3614072"/>
          </a:xfrm>
          <a:prstGeom prst="rect">
            <a:avLst/>
          </a:prstGeom>
          <a:solidFill>
            <a:srgbClr val="FFC000"/>
          </a:solidFill>
        </p:spPr>
        <p:txBody>
          <a:bodyPr wrap="square" lIns="216000" tIns="280800" rIns="216000" bIns="280800" rtlCol="0">
            <a:spAutoFit/>
          </a:bodyPr>
          <a:lstStyle/>
          <a:p>
            <a:r>
              <a:rPr lang="en-A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Have you ever noticed power lines along the street? </a:t>
            </a:r>
            <a:endParaRPr lang="en-AU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 is transferred from the power stations where it is generated along big metal wires either above ground through power lines or below ground </a:t>
            </a:r>
            <a:r>
              <a:rPr lang="en-A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through cables to </a:t>
            </a:r>
            <a:r>
              <a:rPr lang="en-AU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houses and businesses.</a:t>
            </a:r>
            <a:endParaRPr lang="en-AU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8457" y="788443"/>
            <a:ext cx="3703336" cy="493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440" y="2013685"/>
            <a:ext cx="3409950" cy="418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Live linesmen need to wear: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ong-sleeved cotton shirt and long pants (or cotton overalls)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afety boots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afety glasses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ard hat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afety harness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hree pairs of gloves</a:t>
            </a:r>
            <a:b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dirty="0" smtClean="0">
                <a:latin typeface="Arial" panose="020B0604020202020204" pitchFamily="34" charset="0"/>
                <a:cs typeface="Arial" panose="020B0604020202020204" pitchFamily="34" charset="0"/>
              </a:rPr>
              <a:t>(one cotton inner glove, one insulating rubber and one leather to protect the insulating rubber glove).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2229" y="2013685"/>
            <a:ext cx="5114927" cy="34099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1644" y="376271"/>
            <a:ext cx="8705512" cy="1514648"/>
          </a:xfrm>
          <a:prstGeom prst="rect">
            <a:avLst/>
          </a:prstGeom>
          <a:solidFill>
            <a:srgbClr val="FFC000"/>
          </a:solidFill>
        </p:spPr>
        <p:txBody>
          <a:bodyPr wrap="square" lIns="180000" tIns="140400" rIns="180000" bIns="140400" rtlCol="0" anchor="ctr">
            <a:spAutoFit/>
          </a:bodyPr>
          <a:lstStyle/>
          <a:p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Electricity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can’t be disconnected </a:t>
            </a:r>
            <a:r>
              <a:rPr lang="en-A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power lines when electricians need to work on them. These electricians are called </a:t>
            </a:r>
            <a:r>
              <a:rPr lang="en-AU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live linesmen </a:t>
            </a: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and they need to wear more safety clothing than electricians working on houses where the electricity has been disconnected. </a:t>
            </a:r>
          </a:p>
        </p:txBody>
      </p:sp>
    </p:spTree>
    <p:extLst>
      <p:ext uri="{BB962C8B-B14F-4D97-AF65-F5344CB8AC3E}">
        <p14:creationId xmlns:p14="http://schemas.microsoft.com/office/powerpoint/2010/main" val="403191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3273"/>
            <a:ext cx="9144000" cy="60960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6183630" y="1723938"/>
            <a:ext cx="1040130" cy="131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50405" y="1539272"/>
            <a:ext cx="192595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Safety glasses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50404" y="766114"/>
            <a:ext cx="192595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Hard hat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5875021" y="950780"/>
            <a:ext cx="1175383" cy="32399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160520" y="2575473"/>
            <a:ext cx="624840" cy="62007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935980" y="2312583"/>
            <a:ext cx="1114425" cy="3231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6120765" y="5564418"/>
            <a:ext cx="1040130" cy="131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08910" y="2958914"/>
            <a:ext cx="145161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Safety harness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50405" y="5241252"/>
            <a:ext cx="1925954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Long pants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50404" y="2150999"/>
            <a:ext cx="1925955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Long-sleeved shirt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0405" y="3605245"/>
            <a:ext cx="1925954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b="1" dirty="0" smtClean="0">
                <a:latin typeface="Arial" panose="020B0604020202020204" pitchFamily="34" charset="0"/>
                <a:cs typeface="Arial" panose="020B0604020202020204" pitchFamily="34" charset="0"/>
              </a:rPr>
              <a:t>Extra-thick-rubber insulated gloves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5973127" y="3282079"/>
            <a:ext cx="1040130" cy="7985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74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8212" y="397468"/>
            <a:ext cx="7267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Electricians use a range of tools and equipment to help do their job safely. Many of the hand-held tools are encased in thick rubber or plastic and insulated to 1000 volts.</a:t>
            </a:r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213" y="2086935"/>
            <a:ext cx="7267575" cy="408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42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0215" y="396924"/>
            <a:ext cx="5703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Attributions</a:t>
            </a:r>
            <a:endParaRPr lang="en-A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4474" y="1280160"/>
            <a:ext cx="83150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2: </a:t>
            </a:r>
            <a:r>
              <a:rPr lang="en-A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://pixabay.com/en/power-poles-upper-lines-power-lines-503935/</a:t>
            </a:r>
            <a:endParaRPr lang="en-A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 5: </a:t>
            </a:r>
            <a:r>
              <a:rPr lang="en-A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n-AU" sz="1400" dirty="0"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lang="en-A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commons.wikimedia.org/wiki/File:Wood_Pole_Structure.JPG</a:t>
            </a:r>
          </a:p>
          <a:p>
            <a:r>
              <a:rPr lang="en-AU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Slides 6 &amp; 7: </a:t>
            </a:r>
            <a:r>
              <a:rPr lang="en-A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http://commons.wikimedia.org/wiki/File:Lineman_changing_transformer.jpg</a:t>
            </a:r>
          </a:p>
          <a:p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Persons appearing in this resource do so with consent.</a:t>
            </a:r>
            <a:endParaRPr lang="en-A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84562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524</TotalTime>
  <Words>335</Words>
  <Application>Microsoft Office PowerPoint</Application>
  <PresentationFormat>On-screen Show (4:3)</PresentationFormat>
  <Paragraphs>41</Paragraphs>
  <Slides>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MAYNES, Anne</dc:creator>
  <cp:lastModifiedBy>GOLD, Chrissie</cp:lastModifiedBy>
  <cp:revision>65</cp:revision>
  <dcterms:created xsi:type="dcterms:W3CDTF">2015-04-09T00:58:39Z</dcterms:created>
  <dcterms:modified xsi:type="dcterms:W3CDTF">2016-03-01T04:27:35Z</dcterms:modified>
</cp:coreProperties>
</file>