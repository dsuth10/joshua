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8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1081" y="1373981"/>
            <a:ext cx="7161690" cy="1396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50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Levels of</a:t>
            </a:r>
            <a:endParaRPr lang="en-US" sz="5000" dirty="0"/>
          </a:p>
          <a:p>
            <a:pPr algn="ctr" indent="0" marL="0">
              <a:lnSpc>
                <a:spcPts val="5500"/>
              </a:lnSpc>
              <a:buNone/>
            </a:pPr>
            <a:r>
              <a:rPr lang="en-US" sz="50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Government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2708523" y="3024783"/>
            <a:ext cx="380149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49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Civics and Citizenship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0084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03071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Government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38225"/>
            <a:ext cx="8128099" cy="1299865"/>
          </a:xfrm>
          <a:prstGeom prst="roundRect">
            <a:avLst>
              <a:gd name="adj" fmla="val 9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9863" y="1038225"/>
            <a:ext cx="0" cy="1299865"/>
          </a:xfrm>
          <a:prstGeom prst="line">
            <a:avLst/>
          </a:prstGeom>
          <a:noFill/>
          <a:ln w="123825">
            <a:solidFill>
              <a:srgbClr val="FFC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275" y="1228725"/>
            <a:ext cx="7775740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Government is based in 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Canberra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makes laws for the 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of Australia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275" y="1820168"/>
            <a:ext cx="77757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led by the 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2528590"/>
            <a:ext cx="8128099" cy="2018109"/>
          </a:xfrm>
          <a:prstGeom prst="roundRect">
            <a:avLst>
              <a:gd name="adj" fmla="val 62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69863" y="2528590"/>
            <a:ext cx="0" cy="2018109"/>
          </a:xfrm>
          <a:prstGeom prst="line">
            <a:avLst/>
          </a:prstGeom>
          <a:noFill/>
          <a:ln w="123825">
            <a:solidFill>
              <a:srgbClr val="0084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275" y="2719090"/>
            <a:ext cx="77757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Responsibilities: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275" y="3046512"/>
            <a:ext cx="7623274" cy="124628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(Army, Navy, Air Force)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 and Customs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(Printing money)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Telecommunications and Post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0084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7732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Territory Government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38225"/>
            <a:ext cx="8128099" cy="1299865"/>
          </a:xfrm>
          <a:prstGeom prst="roundRect">
            <a:avLst>
              <a:gd name="adj" fmla="val 9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9863" y="1038225"/>
            <a:ext cx="0" cy="1299865"/>
          </a:xfrm>
          <a:prstGeom prst="line">
            <a:avLst/>
          </a:prstGeom>
          <a:noFill/>
          <a:ln w="123825">
            <a:solidFill>
              <a:srgbClr val="FFC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275" y="1228725"/>
            <a:ext cx="7775740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Government makes laws that apply only within their 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or territory borders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275" y="1820168"/>
            <a:ext cx="77757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led by the 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Chief Minister).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2528590"/>
            <a:ext cx="8128099" cy="2018109"/>
          </a:xfrm>
          <a:prstGeom prst="roundRect">
            <a:avLst>
              <a:gd name="adj" fmla="val 62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69863" y="2528590"/>
            <a:ext cx="0" cy="2018109"/>
          </a:xfrm>
          <a:prstGeom prst="line">
            <a:avLst/>
          </a:prstGeom>
          <a:noFill/>
          <a:ln w="123825">
            <a:solidFill>
              <a:srgbClr val="0084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275" y="2719090"/>
            <a:ext cx="77757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Responsibilities: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275" y="3046512"/>
            <a:ext cx="7623274" cy="124628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Schools and Education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and Health Services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 and Emergency Services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Transport and Main Roads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0084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63891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Government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38225"/>
            <a:ext cx="8128099" cy="1299865"/>
          </a:xfrm>
          <a:prstGeom prst="roundRect">
            <a:avLst>
              <a:gd name="adj" fmla="val 9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9863" y="1038225"/>
            <a:ext cx="0" cy="1299865"/>
          </a:xfrm>
          <a:prstGeom prst="line">
            <a:avLst/>
          </a:prstGeom>
          <a:noFill/>
          <a:ln w="123825">
            <a:solidFill>
              <a:srgbClr val="FFC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275" y="1228725"/>
            <a:ext cx="7775740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Government (or Council) makes rules for your 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community, town, or city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275" y="1820168"/>
            <a:ext cx="77757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led by the 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</a:t>
            </a:r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2528590"/>
            <a:ext cx="8128099" cy="2018109"/>
          </a:xfrm>
          <a:prstGeom prst="roundRect">
            <a:avLst>
              <a:gd name="adj" fmla="val 62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69863" y="2528590"/>
            <a:ext cx="0" cy="2018109"/>
          </a:xfrm>
          <a:prstGeom prst="line">
            <a:avLst/>
          </a:prstGeom>
          <a:noFill/>
          <a:ln w="123825">
            <a:solidFill>
              <a:srgbClr val="0084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275" y="2719090"/>
            <a:ext cx="777574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Responsibilities: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275" y="3046512"/>
            <a:ext cx="7623274" cy="124628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Rubbish Collection and Recycling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Parks and Playgrounds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 and Community Centers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Registration and Local Roads (Potholes!)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C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0786" y="752773"/>
            <a:ext cx="556242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008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711523"/>
            <a:ext cx="3530650" cy="1212652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072" y="1965424"/>
            <a:ext cx="308330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runs the hospitals?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698950" y="1711523"/>
            <a:ext cx="3530650" cy="1212652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22623" y="1965424"/>
            <a:ext cx="308330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prints our money?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178076"/>
            <a:ext cx="3530650" cy="1212652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38072" y="3431977"/>
            <a:ext cx="308330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collects the bins?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98950" y="3178076"/>
            <a:ext cx="3530650" cy="1212652"/>
          </a:xfrm>
          <a:prstGeom prst="roundRect">
            <a:avLst>
              <a:gd name="adj" fmla="val 104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22623" y="3431977"/>
            <a:ext cx="308330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in charge of defence?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Three Levels of Australian Government</dc:title>
  <dc:subject>PptxGenJS Presentation</dc:subject>
  <dc:creator>Antigravity AI</dc:creator>
  <cp:lastModifiedBy>Antigravity AI</cp:lastModifiedBy>
  <cp:revision>1</cp:revision>
  <dcterms:created xsi:type="dcterms:W3CDTF">2026-04-28T01:43:00Z</dcterms:created>
  <dcterms:modified xsi:type="dcterms:W3CDTF">2026-04-28T01:43:00Z</dcterms:modified>
</cp:coreProperties>
</file>