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Documents/Joshua/Units/English/English_Unit_2/Cyclones/Screenshots/h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pic>
        <p:nvPicPr>
          <p:cNvPr id="3" name="Image 1" descr="c:/Users/dsuth/Documents/Joshua/Units/English/English_Unit_2/Cyclones/Screenshots/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2026-04-27T22:02:27Z</dcterms:created>
  <dcterms:modified xsi:type="dcterms:W3CDTF">2026-04-27T22:02:27Z</dcterms:modified>
</cp:coreProperties>
</file>